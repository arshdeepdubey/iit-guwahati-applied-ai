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embedTrueTypeFonts="1" saveSubsetFonts="1" autoCompressPictures="0">
  <p:sldMasterIdLst>
    <p:sldMasterId id="2147483659" r:id="rId1"/>
  </p:sldMasterIdLst>
  <p:notesMasterIdLst>
    <p:notesMasterId r:id="rId42"/>
  </p:notesMasterIdLst>
  <p:sldIdLst>
    <p:sldId id="503" r:id="rId2"/>
    <p:sldId id="576" r:id="rId3"/>
    <p:sldId id="577" r:id="rId4"/>
    <p:sldId id="578" r:id="rId5"/>
    <p:sldId id="579" r:id="rId6"/>
    <p:sldId id="257" r:id="rId7"/>
    <p:sldId id="258" r:id="rId8"/>
    <p:sldId id="580" r:id="rId9"/>
    <p:sldId id="581" r:id="rId10"/>
    <p:sldId id="582" r:id="rId11"/>
    <p:sldId id="583" r:id="rId12"/>
    <p:sldId id="584" r:id="rId13"/>
    <p:sldId id="585" r:id="rId14"/>
    <p:sldId id="586" r:id="rId15"/>
    <p:sldId id="587" r:id="rId16"/>
    <p:sldId id="588" r:id="rId17"/>
    <p:sldId id="589" r:id="rId18"/>
    <p:sldId id="590" r:id="rId19"/>
    <p:sldId id="591" r:id="rId20"/>
    <p:sldId id="592" r:id="rId21"/>
    <p:sldId id="593" r:id="rId22"/>
    <p:sldId id="594" r:id="rId23"/>
    <p:sldId id="595" r:id="rId24"/>
    <p:sldId id="596" r:id="rId25"/>
    <p:sldId id="597" r:id="rId26"/>
    <p:sldId id="598" r:id="rId27"/>
    <p:sldId id="599" r:id="rId28"/>
    <p:sldId id="600" r:id="rId29"/>
    <p:sldId id="601" r:id="rId30"/>
    <p:sldId id="602" r:id="rId31"/>
    <p:sldId id="603" r:id="rId32"/>
    <p:sldId id="604" r:id="rId33"/>
    <p:sldId id="605" r:id="rId34"/>
    <p:sldId id="606" r:id="rId35"/>
    <p:sldId id="607" r:id="rId36"/>
    <p:sldId id="608" r:id="rId37"/>
    <p:sldId id="609" r:id="rId38"/>
    <p:sldId id="610" r:id="rId39"/>
    <p:sldId id="611" r:id="rId40"/>
    <p:sldId id="575" r:id="rId41"/>
  </p:sldIdLst>
  <p:sldSz cx="9144000" cy="5143500" type="screen16x9"/>
  <p:notesSz cx="6858000" cy="9144000"/>
  <p:embeddedFontLst>
    <p:embeddedFont>
      <p:font typeface="Aptos Mono" panose="020B0009020202020204" pitchFamily="49" charset="0"/>
      <p:regular r:id="rId43"/>
      <p:bold r:id="rId44"/>
    </p:embeddedFont>
    <p:embeddedFont>
      <p:font typeface="Consolas" panose="020B0609020204030204" pitchFamily="49" charset="0"/>
      <p:regular r:id="rId45"/>
      <p:bold r:id="rId46"/>
      <p:italic r:id="rId47"/>
      <p:boldItalic r:id="rId48"/>
    </p:embeddedFont>
    <p:embeddedFont>
      <p:font typeface="Helvetica Neue" panose="020B0604020202020204" charset="0"/>
      <p:regular r:id="rId49"/>
      <p:bold r:id="rId50"/>
      <p:italic r:id="rId51"/>
      <p:boldItalic r:id="rId52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9CA7520-CCCE-4E99-8219-DD1C9D6E4396}" v="10" dt="2026-03-12T13:25:02.260"/>
  </p1510:revLst>
</p1510:revInfo>
</file>

<file path=ppt/tableStyles.xml><?xml version="1.0" encoding="utf-8"?>
<a:tblStyleLst xmlns:a="http://schemas.openxmlformats.org/drawingml/2006/main" def="{D806A02D-9255-4416-AC49-59535D0934EA}">
  <a:tblStyle styleId="{D806A02D-9255-4416-AC49-59535D0934EA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86416" autoAdjust="0"/>
  </p:normalViewPr>
  <p:slideViewPr>
    <p:cSldViewPr snapToGrid="0">
      <p:cViewPr varScale="1">
        <p:scale>
          <a:sx n="85" d="100"/>
          <a:sy n="85" d="100"/>
        </p:scale>
        <p:origin x="738" y="48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30" d="100"/>
        <a:sy n="130" d="100"/>
      </p:scale>
      <p:origin x="0" y="-1368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notesMaster" Target="notesMasters/notesMaster1.xml"/><Relationship Id="rId47" Type="http://schemas.openxmlformats.org/officeDocument/2006/relationships/font" Target="fonts/font5.fntdata"/><Relationship Id="rId50" Type="http://schemas.openxmlformats.org/officeDocument/2006/relationships/font" Target="fonts/font8.fntdata"/><Relationship Id="rId55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font" Target="fonts/font3.fntdata"/><Relationship Id="rId53" Type="http://schemas.openxmlformats.org/officeDocument/2006/relationships/presProps" Target="presProps.xml"/><Relationship Id="rId58" Type="http://schemas.microsoft.com/office/2015/10/relationships/revisionInfo" Target="revisionInfo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font" Target="fonts/font1.fntdata"/><Relationship Id="rId48" Type="http://schemas.openxmlformats.org/officeDocument/2006/relationships/font" Target="fonts/font6.fntdata"/><Relationship Id="rId56" Type="http://schemas.openxmlformats.org/officeDocument/2006/relationships/tableStyles" Target="tableStyles.xml"/><Relationship Id="rId8" Type="http://schemas.openxmlformats.org/officeDocument/2006/relationships/slide" Target="slides/slide7.xml"/><Relationship Id="rId51" Type="http://schemas.openxmlformats.org/officeDocument/2006/relationships/font" Target="fonts/font9.fntdata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font" Target="fonts/font4.fntdata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font" Target="fonts/font7.fntdata"/><Relationship Id="rId57" Type="http://schemas.microsoft.com/office/2016/11/relationships/changesInfo" Target="changesInfos/changesInfo1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font" Target="fonts/font2.fntdata"/><Relationship Id="rId52" Type="http://schemas.openxmlformats.org/officeDocument/2006/relationships/font" Target="fonts/font10.fntdata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eena Sharma" userId="dcb60f0d-6c15-4987-8821-0c571d033c21" providerId="ADAL" clId="{98A97512-4555-4F9D-80A9-C2ECE69E8812}"/>
    <pc:docChg chg="custSel delSld modSld modMainMaster">
      <pc:chgData name="Teena Sharma" userId="dcb60f0d-6c15-4987-8821-0c571d033c21" providerId="ADAL" clId="{98A97512-4555-4F9D-80A9-C2ECE69E8812}" dt="2026-03-12T13:26:26.687" v="193" actId="20577"/>
      <pc:docMkLst>
        <pc:docMk/>
      </pc:docMkLst>
      <pc:sldChg chg="del">
        <pc:chgData name="Teena Sharma" userId="dcb60f0d-6c15-4987-8821-0c571d033c21" providerId="ADAL" clId="{98A97512-4555-4F9D-80A9-C2ECE69E8812}" dt="2026-03-12T13:23:39.225" v="24" actId="47"/>
        <pc:sldMkLst>
          <pc:docMk/>
          <pc:sldMk cId="0" sldId="260"/>
        </pc:sldMkLst>
      </pc:sldChg>
      <pc:sldChg chg="del">
        <pc:chgData name="Teena Sharma" userId="dcb60f0d-6c15-4987-8821-0c571d033c21" providerId="ADAL" clId="{98A97512-4555-4F9D-80A9-C2ECE69E8812}" dt="2026-03-12T13:23:51.560" v="37" actId="47"/>
        <pc:sldMkLst>
          <pc:docMk/>
          <pc:sldMk cId="0" sldId="261"/>
        </pc:sldMkLst>
      </pc:sldChg>
      <pc:sldChg chg="del">
        <pc:chgData name="Teena Sharma" userId="dcb60f0d-6c15-4987-8821-0c571d033c21" providerId="ADAL" clId="{98A97512-4555-4F9D-80A9-C2ECE69E8812}" dt="2026-03-12T13:23:39.070" v="21" actId="47"/>
        <pc:sldMkLst>
          <pc:docMk/>
          <pc:sldMk cId="3618951463" sldId="312"/>
        </pc:sldMkLst>
      </pc:sldChg>
      <pc:sldChg chg="del">
        <pc:chgData name="Teena Sharma" userId="dcb60f0d-6c15-4987-8821-0c571d033c21" providerId="ADAL" clId="{98A97512-4555-4F9D-80A9-C2ECE69E8812}" dt="2026-03-12T13:23:51.560" v="37" actId="47"/>
        <pc:sldMkLst>
          <pc:docMk/>
          <pc:sldMk cId="63352001" sldId="321"/>
        </pc:sldMkLst>
      </pc:sldChg>
      <pc:sldChg chg="del">
        <pc:chgData name="Teena Sharma" userId="dcb60f0d-6c15-4987-8821-0c571d033c21" providerId="ADAL" clId="{98A97512-4555-4F9D-80A9-C2ECE69E8812}" dt="2026-03-12T13:23:51.560" v="37" actId="47"/>
        <pc:sldMkLst>
          <pc:docMk/>
          <pc:sldMk cId="3338126852" sldId="324"/>
        </pc:sldMkLst>
      </pc:sldChg>
      <pc:sldChg chg="del">
        <pc:chgData name="Teena Sharma" userId="dcb60f0d-6c15-4987-8821-0c571d033c21" providerId="ADAL" clId="{98A97512-4555-4F9D-80A9-C2ECE69E8812}" dt="2026-03-12T13:23:51.560" v="37" actId="47"/>
        <pc:sldMkLst>
          <pc:docMk/>
          <pc:sldMk cId="2222216440" sldId="335"/>
        </pc:sldMkLst>
      </pc:sldChg>
      <pc:sldChg chg="del">
        <pc:chgData name="Teena Sharma" userId="dcb60f0d-6c15-4987-8821-0c571d033c21" providerId="ADAL" clId="{98A97512-4555-4F9D-80A9-C2ECE69E8812}" dt="2026-03-12T13:23:37.811" v="12" actId="47"/>
        <pc:sldMkLst>
          <pc:docMk/>
          <pc:sldMk cId="1063830602" sldId="340"/>
        </pc:sldMkLst>
      </pc:sldChg>
      <pc:sldChg chg="del">
        <pc:chgData name="Teena Sharma" userId="dcb60f0d-6c15-4987-8821-0c571d033c21" providerId="ADAL" clId="{98A97512-4555-4F9D-80A9-C2ECE69E8812}" dt="2026-03-12T13:23:51.560" v="37" actId="47"/>
        <pc:sldMkLst>
          <pc:docMk/>
          <pc:sldMk cId="3650592391" sldId="341"/>
        </pc:sldMkLst>
      </pc:sldChg>
      <pc:sldChg chg="del">
        <pc:chgData name="Teena Sharma" userId="dcb60f0d-6c15-4987-8821-0c571d033c21" providerId="ADAL" clId="{98A97512-4555-4F9D-80A9-C2ECE69E8812}" dt="2026-03-12T13:23:51.560" v="37" actId="47"/>
        <pc:sldMkLst>
          <pc:docMk/>
          <pc:sldMk cId="3535331567" sldId="342"/>
        </pc:sldMkLst>
      </pc:sldChg>
      <pc:sldChg chg="del">
        <pc:chgData name="Teena Sharma" userId="dcb60f0d-6c15-4987-8821-0c571d033c21" providerId="ADAL" clId="{98A97512-4555-4F9D-80A9-C2ECE69E8812}" dt="2026-03-12T13:23:38.919" v="17" actId="47"/>
        <pc:sldMkLst>
          <pc:docMk/>
          <pc:sldMk cId="3295111161" sldId="343"/>
        </pc:sldMkLst>
      </pc:sldChg>
      <pc:sldChg chg="del">
        <pc:chgData name="Teena Sharma" userId="dcb60f0d-6c15-4987-8821-0c571d033c21" providerId="ADAL" clId="{98A97512-4555-4F9D-80A9-C2ECE69E8812}" dt="2026-03-12T13:23:39.005" v="19" actId="47"/>
        <pc:sldMkLst>
          <pc:docMk/>
          <pc:sldMk cId="78218586" sldId="344"/>
        </pc:sldMkLst>
      </pc:sldChg>
      <pc:sldChg chg="del">
        <pc:chgData name="Teena Sharma" userId="dcb60f0d-6c15-4987-8821-0c571d033c21" providerId="ADAL" clId="{98A97512-4555-4F9D-80A9-C2ECE69E8812}" dt="2026-03-12T13:23:39.039" v="20" actId="47"/>
        <pc:sldMkLst>
          <pc:docMk/>
          <pc:sldMk cId="4073735488" sldId="345"/>
        </pc:sldMkLst>
      </pc:sldChg>
      <pc:sldChg chg="del">
        <pc:chgData name="Teena Sharma" userId="dcb60f0d-6c15-4987-8821-0c571d033c21" providerId="ADAL" clId="{98A97512-4555-4F9D-80A9-C2ECE69E8812}" dt="2026-03-12T13:23:39.117" v="22" actId="47"/>
        <pc:sldMkLst>
          <pc:docMk/>
          <pc:sldMk cId="2494061710" sldId="346"/>
        </pc:sldMkLst>
      </pc:sldChg>
      <pc:sldChg chg="del">
        <pc:chgData name="Teena Sharma" userId="dcb60f0d-6c15-4987-8821-0c571d033c21" providerId="ADAL" clId="{98A97512-4555-4F9D-80A9-C2ECE69E8812}" dt="2026-03-12T13:23:39.165" v="23" actId="47"/>
        <pc:sldMkLst>
          <pc:docMk/>
          <pc:sldMk cId="2777221960" sldId="347"/>
        </pc:sldMkLst>
      </pc:sldChg>
      <pc:sldChg chg="del">
        <pc:chgData name="Teena Sharma" userId="dcb60f0d-6c15-4987-8821-0c571d033c21" providerId="ADAL" clId="{98A97512-4555-4F9D-80A9-C2ECE69E8812}" dt="2026-03-12T13:23:39.293" v="25" actId="47"/>
        <pc:sldMkLst>
          <pc:docMk/>
          <pc:sldMk cId="1782831843" sldId="348"/>
        </pc:sldMkLst>
      </pc:sldChg>
      <pc:sldChg chg="del">
        <pc:chgData name="Teena Sharma" userId="dcb60f0d-6c15-4987-8821-0c571d033c21" providerId="ADAL" clId="{98A97512-4555-4F9D-80A9-C2ECE69E8812}" dt="2026-03-12T13:23:39.373" v="26" actId="47"/>
        <pc:sldMkLst>
          <pc:docMk/>
          <pc:sldMk cId="3538336990" sldId="349"/>
        </pc:sldMkLst>
      </pc:sldChg>
      <pc:sldChg chg="del">
        <pc:chgData name="Teena Sharma" userId="dcb60f0d-6c15-4987-8821-0c571d033c21" providerId="ADAL" clId="{98A97512-4555-4F9D-80A9-C2ECE69E8812}" dt="2026-03-12T13:23:39.406" v="27" actId="47"/>
        <pc:sldMkLst>
          <pc:docMk/>
          <pc:sldMk cId="4180889829" sldId="350"/>
        </pc:sldMkLst>
      </pc:sldChg>
      <pc:sldChg chg="del">
        <pc:chgData name="Teena Sharma" userId="dcb60f0d-6c15-4987-8821-0c571d033c21" providerId="ADAL" clId="{98A97512-4555-4F9D-80A9-C2ECE69E8812}" dt="2026-03-12T13:23:51.560" v="37" actId="47"/>
        <pc:sldMkLst>
          <pc:docMk/>
          <pc:sldMk cId="3691241333" sldId="351"/>
        </pc:sldMkLst>
      </pc:sldChg>
      <pc:sldChg chg="del">
        <pc:chgData name="Teena Sharma" userId="dcb60f0d-6c15-4987-8821-0c571d033c21" providerId="ADAL" clId="{98A97512-4555-4F9D-80A9-C2ECE69E8812}" dt="2026-03-12T13:23:51.560" v="37" actId="47"/>
        <pc:sldMkLst>
          <pc:docMk/>
          <pc:sldMk cId="1198419236" sldId="353"/>
        </pc:sldMkLst>
      </pc:sldChg>
      <pc:sldChg chg="del">
        <pc:chgData name="Teena Sharma" userId="dcb60f0d-6c15-4987-8821-0c571d033c21" providerId="ADAL" clId="{98A97512-4555-4F9D-80A9-C2ECE69E8812}" dt="2026-03-12T13:23:40.395" v="36" actId="47"/>
        <pc:sldMkLst>
          <pc:docMk/>
          <pc:sldMk cId="452106803" sldId="361"/>
        </pc:sldMkLst>
      </pc:sldChg>
      <pc:sldChg chg="del">
        <pc:chgData name="Teena Sharma" userId="dcb60f0d-6c15-4987-8821-0c571d033c21" providerId="ADAL" clId="{98A97512-4555-4F9D-80A9-C2ECE69E8812}" dt="2026-03-12T13:23:51.560" v="37" actId="47"/>
        <pc:sldMkLst>
          <pc:docMk/>
          <pc:sldMk cId="3693513304" sldId="370"/>
        </pc:sldMkLst>
      </pc:sldChg>
      <pc:sldChg chg="del">
        <pc:chgData name="Teena Sharma" userId="dcb60f0d-6c15-4987-8821-0c571d033c21" providerId="ADAL" clId="{98A97512-4555-4F9D-80A9-C2ECE69E8812}" dt="2026-03-12T13:23:51.560" v="37" actId="47"/>
        <pc:sldMkLst>
          <pc:docMk/>
          <pc:sldMk cId="3029870564" sldId="375"/>
        </pc:sldMkLst>
      </pc:sldChg>
      <pc:sldChg chg="del">
        <pc:chgData name="Teena Sharma" userId="dcb60f0d-6c15-4987-8821-0c571d033c21" providerId="ADAL" clId="{98A97512-4555-4F9D-80A9-C2ECE69E8812}" dt="2026-03-12T13:23:51.560" v="37" actId="47"/>
        <pc:sldMkLst>
          <pc:docMk/>
          <pc:sldMk cId="3197080900" sldId="380"/>
        </pc:sldMkLst>
      </pc:sldChg>
      <pc:sldChg chg="del">
        <pc:chgData name="Teena Sharma" userId="dcb60f0d-6c15-4987-8821-0c571d033c21" providerId="ADAL" clId="{98A97512-4555-4F9D-80A9-C2ECE69E8812}" dt="2026-03-12T13:23:51.560" v="37" actId="47"/>
        <pc:sldMkLst>
          <pc:docMk/>
          <pc:sldMk cId="1936122372" sldId="386"/>
        </pc:sldMkLst>
      </pc:sldChg>
      <pc:sldChg chg="del">
        <pc:chgData name="Teena Sharma" userId="dcb60f0d-6c15-4987-8821-0c571d033c21" providerId="ADAL" clId="{98A97512-4555-4F9D-80A9-C2ECE69E8812}" dt="2026-03-12T13:23:51.560" v="37" actId="47"/>
        <pc:sldMkLst>
          <pc:docMk/>
          <pc:sldMk cId="485403867" sldId="390"/>
        </pc:sldMkLst>
      </pc:sldChg>
      <pc:sldChg chg="del">
        <pc:chgData name="Teena Sharma" userId="dcb60f0d-6c15-4987-8821-0c571d033c21" providerId="ADAL" clId="{98A97512-4555-4F9D-80A9-C2ECE69E8812}" dt="2026-03-12T13:23:51.560" v="37" actId="47"/>
        <pc:sldMkLst>
          <pc:docMk/>
          <pc:sldMk cId="3599948819" sldId="393"/>
        </pc:sldMkLst>
      </pc:sldChg>
      <pc:sldChg chg="del">
        <pc:chgData name="Teena Sharma" userId="dcb60f0d-6c15-4987-8821-0c571d033c21" providerId="ADAL" clId="{98A97512-4555-4F9D-80A9-C2ECE69E8812}" dt="2026-03-12T13:23:51.560" v="37" actId="47"/>
        <pc:sldMkLst>
          <pc:docMk/>
          <pc:sldMk cId="1818171241" sldId="394"/>
        </pc:sldMkLst>
      </pc:sldChg>
      <pc:sldChg chg="del">
        <pc:chgData name="Teena Sharma" userId="dcb60f0d-6c15-4987-8821-0c571d033c21" providerId="ADAL" clId="{98A97512-4555-4F9D-80A9-C2ECE69E8812}" dt="2026-03-12T13:23:39.457" v="28" actId="47"/>
        <pc:sldMkLst>
          <pc:docMk/>
          <pc:sldMk cId="775157963" sldId="426"/>
        </pc:sldMkLst>
      </pc:sldChg>
      <pc:sldChg chg="del">
        <pc:chgData name="Teena Sharma" userId="dcb60f0d-6c15-4987-8821-0c571d033c21" providerId="ADAL" clId="{98A97512-4555-4F9D-80A9-C2ECE69E8812}" dt="2026-03-12T13:23:39.500" v="29" actId="47"/>
        <pc:sldMkLst>
          <pc:docMk/>
          <pc:sldMk cId="1710151930" sldId="427"/>
        </pc:sldMkLst>
      </pc:sldChg>
      <pc:sldChg chg="del">
        <pc:chgData name="Teena Sharma" userId="dcb60f0d-6c15-4987-8821-0c571d033c21" providerId="ADAL" clId="{98A97512-4555-4F9D-80A9-C2ECE69E8812}" dt="2026-03-12T13:23:39.583" v="30" actId="47"/>
        <pc:sldMkLst>
          <pc:docMk/>
          <pc:sldMk cId="2660140096" sldId="428"/>
        </pc:sldMkLst>
      </pc:sldChg>
      <pc:sldChg chg="del">
        <pc:chgData name="Teena Sharma" userId="dcb60f0d-6c15-4987-8821-0c571d033c21" providerId="ADAL" clId="{98A97512-4555-4F9D-80A9-C2ECE69E8812}" dt="2026-03-12T13:23:39.643" v="31" actId="47"/>
        <pc:sldMkLst>
          <pc:docMk/>
          <pc:sldMk cId="1587512575" sldId="429"/>
        </pc:sldMkLst>
      </pc:sldChg>
      <pc:sldChg chg="del">
        <pc:chgData name="Teena Sharma" userId="dcb60f0d-6c15-4987-8821-0c571d033c21" providerId="ADAL" clId="{98A97512-4555-4F9D-80A9-C2ECE69E8812}" dt="2026-03-12T13:23:39.722" v="32" actId="47"/>
        <pc:sldMkLst>
          <pc:docMk/>
          <pc:sldMk cId="3214029182" sldId="430"/>
        </pc:sldMkLst>
      </pc:sldChg>
      <pc:sldChg chg="del">
        <pc:chgData name="Teena Sharma" userId="dcb60f0d-6c15-4987-8821-0c571d033c21" providerId="ADAL" clId="{98A97512-4555-4F9D-80A9-C2ECE69E8812}" dt="2026-03-12T13:23:39.818" v="33" actId="47"/>
        <pc:sldMkLst>
          <pc:docMk/>
          <pc:sldMk cId="3829596849" sldId="431"/>
        </pc:sldMkLst>
      </pc:sldChg>
      <pc:sldChg chg="del">
        <pc:chgData name="Teena Sharma" userId="dcb60f0d-6c15-4987-8821-0c571d033c21" providerId="ADAL" clId="{98A97512-4555-4F9D-80A9-C2ECE69E8812}" dt="2026-03-12T13:23:40.090" v="34" actId="47"/>
        <pc:sldMkLst>
          <pc:docMk/>
          <pc:sldMk cId="3821172188" sldId="432"/>
        </pc:sldMkLst>
      </pc:sldChg>
      <pc:sldChg chg="del">
        <pc:chgData name="Teena Sharma" userId="dcb60f0d-6c15-4987-8821-0c571d033c21" providerId="ADAL" clId="{98A97512-4555-4F9D-80A9-C2ECE69E8812}" dt="2026-03-12T13:23:51.560" v="37" actId="47"/>
        <pc:sldMkLst>
          <pc:docMk/>
          <pc:sldMk cId="3798489257" sldId="434"/>
        </pc:sldMkLst>
      </pc:sldChg>
      <pc:sldChg chg="modSp mod modNotesTx">
        <pc:chgData name="Teena Sharma" userId="dcb60f0d-6c15-4987-8821-0c571d033c21" providerId="ADAL" clId="{98A97512-4555-4F9D-80A9-C2ECE69E8812}" dt="2026-03-12T13:26:26.687" v="193" actId="20577"/>
        <pc:sldMkLst>
          <pc:docMk/>
          <pc:sldMk cId="731788177" sldId="435"/>
        </pc:sldMkLst>
        <pc:spChg chg="mod">
          <ac:chgData name="Teena Sharma" userId="dcb60f0d-6c15-4987-8821-0c571d033c21" providerId="ADAL" clId="{98A97512-4555-4F9D-80A9-C2ECE69E8812}" dt="2026-03-12T13:26:06.497" v="187" actId="20577"/>
          <ac:spMkLst>
            <pc:docMk/>
            <pc:sldMk cId="731788177" sldId="435"/>
            <ac:spMk id="2" creationId="{0234D445-F045-354C-35CE-9879578C81FE}"/>
          </ac:spMkLst>
        </pc:spChg>
        <pc:spChg chg="mod">
          <ac:chgData name="Teena Sharma" userId="dcb60f0d-6c15-4987-8821-0c571d033c21" providerId="ADAL" clId="{98A97512-4555-4F9D-80A9-C2ECE69E8812}" dt="2026-03-12T13:24:55.597" v="109" actId="20577"/>
          <ac:spMkLst>
            <pc:docMk/>
            <pc:sldMk cId="731788177" sldId="435"/>
            <ac:spMk id="13" creationId="{B5B3A0CF-C4A4-457C-A220-6D7ACABEB223}"/>
          </ac:spMkLst>
        </pc:spChg>
        <pc:spChg chg="mod">
          <ac:chgData name="Teena Sharma" userId="dcb60f0d-6c15-4987-8821-0c571d033c21" providerId="ADAL" clId="{98A97512-4555-4F9D-80A9-C2ECE69E8812}" dt="2026-03-12T13:24:59.140" v="112" actId="20577"/>
          <ac:spMkLst>
            <pc:docMk/>
            <pc:sldMk cId="731788177" sldId="435"/>
            <ac:spMk id="14" creationId="{AFA9FDAF-BBA1-4AE6-8EEE-C22C51598C93}"/>
          </ac:spMkLst>
        </pc:spChg>
        <pc:spChg chg="mod">
          <ac:chgData name="Teena Sharma" userId="dcb60f0d-6c15-4987-8821-0c571d033c21" providerId="ADAL" clId="{98A97512-4555-4F9D-80A9-C2ECE69E8812}" dt="2026-03-12T13:25:04.271" v="117" actId="20577"/>
          <ac:spMkLst>
            <pc:docMk/>
            <pc:sldMk cId="731788177" sldId="435"/>
            <ac:spMk id="15" creationId="{14336FEB-0F74-4225-B2D8-73A9D528C57E}"/>
          </ac:spMkLst>
        </pc:spChg>
        <pc:spChg chg="mod">
          <ac:chgData name="Teena Sharma" userId="dcb60f0d-6c15-4987-8821-0c571d033c21" providerId="ADAL" clId="{98A97512-4555-4F9D-80A9-C2ECE69E8812}" dt="2026-03-12T13:24:36.724" v="94" actId="20577"/>
          <ac:spMkLst>
            <pc:docMk/>
            <pc:sldMk cId="731788177" sldId="435"/>
            <ac:spMk id="116" creationId="{9F8ACED4-AC99-BB53-6668-2DA675DE5A71}"/>
          </ac:spMkLst>
        </pc:spChg>
        <pc:spChg chg="mod">
          <ac:chgData name="Teena Sharma" userId="dcb60f0d-6c15-4987-8821-0c571d033c21" providerId="ADAL" clId="{98A97512-4555-4F9D-80A9-C2ECE69E8812}" dt="2026-03-12T13:24:42.502" v="97" actId="20577"/>
          <ac:spMkLst>
            <pc:docMk/>
            <pc:sldMk cId="731788177" sldId="435"/>
            <ac:spMk id="117" creationId="{AE635300-ACCC-9D7D-0461-DAA9032D26BD}"/>
          </ac:spMkLst>
        </pc:spChg>
        <pc:spChg chg="mod">
          <ac:chgData name="Teena Sharma" userId="dcb60f0d-6c15-4987-8821-0c571d033c21" providerId="ADAL" clId="{98A97512-4555-4F9D-80A9-C2ECE69E8812}" dt="2026-03-12T13:24:45.691" v="100" actId="20577"/>
          <ac:spMkLst>
            <pc:docMk/>
            <pc:sldMk cId="731788177" sldId="435"/>
            <ac:spMk id="118" creationId="{0FDC188F-6008-19C2-BE91-C58B72215025}"/>
          </ac:spMkLst>
        </pc:spChg>
        <pc:spChg chg="mod">
          <ac:chgData name="Teena Sharma" userId="dcb60f0d-6c15-4987-8821-0c571d033c21" providerId="ADAL" clId="{98A97512-4555-4F9D-80A9-C2ECE69E8812}" dt="2026-03-12T13:24:49.009" v="103" actId="20577"/>
          <ac:spMkLst>
            <pc:docMk/>
            <pc:sldMk cId="731788177" sldId="435"/>
            <ac:spMk id="119" creationId="{527E82BD-82A8-3242-8742-F6968F77D51B}"/>
          </ac:spMkLst>
        </pc:spChg>
        <pc:spChg chg="mod">
          <ac:chgData name="Teena Sharma" userId="dcb60f0d-6c15-4987-8821-0c571d033c21" providerId="ADAL" clId="{98A97512-4555-4F9D-80A9-C2ECE69E8812}" dt="2026-03-12T13:24:52.307" v="106" actId="20577"/>
          <ac:spMkLst>
            <pc:docMk/>
            <pc:sldMk cId="731788177" sldId="435"/>
            <ac:spMk id="120" creationId="{23D0499C-8BFB-9B05-B76C-DF569496955B}"/>
          </ac:spMkLst>
        </pc:spChg>
      </pc:sldChg>
      <pc:sldChg chg="del">
        <pc:chgData name="Teena Sharma" userId="dcb60f0d-6c15-4987-8821-0c571d033c21" providerId="ADAL" clId="{98A97512-4555-4F9D-80A9-C2ECE69E8812}" dt="2026-03-12T13:23:37.953" v="13" actId="47"/>
        <pc:sldMkLst>
          <pc:docMk/>
          <pc:sldMk cId="2183347326" sldId="436"/>
        </pc:sldMkLst>
      </pc:sldChg>
      <pc:sldChg chg="del">
        <pc:chgData name="Teena Sharma" userId="dcb60f0d-6c15-4987-8821-0c571d033c21" providerId="ADAL" clId="{98A97512-4555-4F9D-80A9-C2ECE69E8812}" dt="2026-03-12T13:23:38.154" v="14" actId="47"/>
        <pc:sldMkLst>
          <pc:docMk/>
          <pc:sldMk cId="567377628" sldId="437"/>
        </pc:sldMkLst>
      </pc:sldChg>
      <pc:sldChg chg="del">
        <pc:chgData name="Teena Sharma" userId="dcb60f0d-6c15-4987-8821-0c571d033c21" providerId="ADAL" clId="{98A97512-4555-4F9D-80A9-C2ECE69E8812}" dt="2026-03-12T13:23:38.272" v="15" actId="47"/>
        <pc:sldMkLst>
          <pc:docMk/>
          <pc:sldMk cId="2681044040" sldId="438"/>
        </pc:sldMkLst>
      </pc:sldChg>
      <pc:sldChg chg="del">
        <pc:chgData name="Teena Sharma" userId="dcb60f0d-6c15-4987-8821-0c571d033c21" providerId="ADAL" clId="{98A97512-4555-4F9D-80A9-C2ECE69E8812}" dt="2026-03-12T13:23:38.415" v="16" actId="47"/>
        <pc:sldMkLst>
          <pc:docMk/>
          <pc:sldMk cId="532829696" sldId="439"/>
        </pc:sldMkLst>
      </pc:sldChg>
      <pc:sldChg chg="del">
        <pc:chgData name="Teena Sharma" userId="dcb60f0d-6c15-4987-8821-0c571d033c21" providerId="ADAL" clId="{98A97512-4555-4F9D-80A9-C2ECE69E8812}" dt="2026-03-12T13:23:38.962" v="18" actId="47"/>
        <pc:sldMkLst>
          <pc:docMk/>
          <pc:sldMk cId="3265116520" sldId="440"/>
        </pc:sldMkLst>
      </pc:sldChg>
      <pc:sldChg chg="del">
        <pc:chgData name="Teena Sharma" userId="dcb60f0d-6c15-4987-8821-0c571d033c21" providerId="ADAL" clId="{98A97512-4555-4F9D-80A9-C2ECE69E8812}" dt="2026-03-12T13:23:40.329" v="35" actId="47"/>
        <pc:sldMkLst>
          <pc:docMk/>
          <pc:sldMk cId="4045281809" sldId="443"/>
        </pc:sldMkLst>
      </pc:sldChg>
      <pc:sldChg chg="del">
        <pc:chgData name="Teena Sharma" userId="dcb60f0d-6c15-4987-8821-0c571d033c21" providerId="ADAL" clId="{98A97512-4555-4F9D-80A9-C2ECE69E8812}" dt="2026-03-12T13:23:51.560" v="37" actId="47"/>
        <pc:sldMkLst>
          <pc:docMk/>
          <pc:sldMk cId="3731210909" sldId="444"/>
        </pc:sldMkLst>
      </pc:sldChg>
      <pc:sldChg chg="del">
        <pc:chgData name="Teena Sharma" userId="dcb60f0d-6c15-4987-8821-0c571d033c21" providerId="ADAL" clId="{98A97512-4555-4F9D-80A9-C2ECE69E8812}" dt="2026-03-12T13:23:51.560" v="37" actId="47"/>
        <pc:sldMkLst>
          <pc:docMk/>
          <pc:sldMk cId="3352662416" sldId="445"/>
        </pc:sldMkLst>
      </pc:sldChg>
      <pc:sldChg chg="del">
        <pc:chgData name="Teena Sharma" userId="dcb60f0d-6c15-4987-8821-0c571d033c21" providerId="ADAL" clId="{98A97512-4555-4F9D-80A9-C2ECE69E8812}" dt="2026-03-12T13:23:51.560" v="37" actId="47"/>
        <pc:sldMkLst>
          <pc:docMk/>
          <pc:sldMk cId="2780002271" sldId="446"/>
        </pc:sldMkLst>
      </pc:sldChg>
      <pc:sldChg chg="del">
        <pc:chgData name="Teena Sharma" userId="dcb60f0d-6c15-4987-8821-0c571d033c21" providerId="ADAL" clId="{98A97512-4555-4F9D-80A9-C2ECE69E8812}" dt="2026-03-12T13:23:51.560" v="37" actId="47"/>
        <pc:sldMkLst>
          <pc:docMk/>
          <pc:sldMk cId="3962283447" sldId="447"/>
        </pc:sldMkLst>
      </pc:sldChg>
      <pc:sldChg chg="del">
        <pc:chgData name="Teena Sharma" userId="dcb60f0d-6c15-4987-8821-0c571d033c21" providerId="ADAL" clId="{98A97512-4555-4F9D-80A9-C2ECE69E8812}" dt="2026-03-12T13:23:51.560" v="37" actId="47"/>
        <pc:sldMkLst>
          <pc:docMk/>
          <pc:sldMk cId="3396192447" sldId="448"/>
        </pc:sldMkLst>
      </pc:sldChg>
      <pc:sldChg chg="del">
        <pc:chgData name="Teena Sharma" userId="dcb60f0d-6c15-4987-8821-0c571d033c21" providerId="ADAL" clId="{98A97512-4555-4F9D-80A9-C2ECE69E8812}" dt="2026-03-12T13:23:51.560" v="37" actId="47"/>
        <pc:sldMkLst>
          <pc:docMk/>
          <pc:sldMk cId="1673609650" sldId="449"/>
        </pc:sldMkLst>
      </pc:sldChg>
      <pc:sldChg chg="del">
        <pc:chgData name="Teena Sharma" userId="dcb60f0d-6c15-4987-8821-0c571d033c21" providerId="ADAL" clId="{98A97512-4555-4F9D-80A9-C2ECE69E8812}" dt="2026-03-12T13:23:51.560" v="37" actId="47"/>
        <pc:sldMkLst>
          <pc:docMk/>
          <pc:sldMk cId="1802908350" sldId="454"/>
        </pc:sldMkLst>
      </pc:sldChg>
      <pc:sldChg chg="del">
        <pc:chgData name="Teena Sharma" userId="dcb60f0d-6c15-4987-8821-0c571d033c21" providerId="ADAL" clId="{98A97512-4555-4F9D-80A9-C2ECE69E8812}" dt="2026-03-12T13:23:51.560" v="37" actId="47"/>
        <pc:sldMkLst>
          <pc:docMk/>
          <pc:sldMk cId="1453842580" sldId="455"/>
        </pc:sldMkLst>
      </pc:sldChg>
      <pc:sldChg chg="del">
        <pc:chgData name="Teena Sharma" userId="dcb60f0d-6c15-4987-8821-0c571d033c21" providerId="ADAL" clId="{98A97512-4555-4F9D-80A9-C2ECE69E8812}" dt="2026-03-12T13:23:51.560" v="37" actId="47"/>
        <pc:sldMkLst>
          <pc:docMk/>
          <pc:sldMk cId="2246453245" sldId="456"/>
        </pc:sldMkLst>
      </pc:sldChg>
      <pc:sldChg chg="del">
        <pc:chgData name="Teena Sharma" userId="dcb60f0d-6c15-4987-8821-0c571d033c21" providerId="ADAL" clId="{98A97512-4555-4F9D-80A9-C2ECE69E8812}" dt="2026-03-12T13:23:51.560" v="37" actId="47"/>
        <pc:sldMkLst>
          <pc:docMk/>
          <pc:sldMk cId="2147358640" sldId="457"/>
        </pc:sldMkLst>
      </pc:sldChg>
      <pc:sldChg chg="del">
        <pc:chgData name="Teena Sharma" userId="dcb60f0d-6c15-4987-8821-0c571d033c21" providerId="ADAL" clId="{98A97512-4555-4F9D-80A9-C2ECE69E8812}" dt="2026-03-12T13:23:51.560" v="37" actId="47"/>
        <pc:sldMkLst>
          <pc:docMk/>
          <pc:sldMk cId="695562253" sldId="458"/>
        </pc:sldMkLst>
      </pc:sldChg>
      <pc:sldChg chg="del">
        <pc:chgData name="Teena Sharma" userId="dcb60f0d-6c15-4987-8821-0c571d033c21" providerId="ADAL" clId="{98A97512-4555-4F9D-80A9-C2ECE69E8812}" dt="2026-03-12T13:23:51.560" v="37" actId="47"/>
        <pc:sldMkLst>
          <pc:docMk/>
          <pc:sldMk cId="1954904138" sldId="459"/>
        </pc:sldMkLst>
      </pc:sldChg>
      <pc:sldChg chg="del">
        <pc:chgData name="Teena Sharma" userId="dcb60f0d-6c15-4987-8821-0c571d033c21" providerId="ADAL" clId="{98A97512-4555-4F9D-80A9-C2ECE69E8812}" dt="2026-03-12T13:23:51.560" v="37" actId="47"/>
        <pc:sldMkLst>
          <pc:docMk/>
          <pc:sldMk cId="3083937050" sldId="460"/>
        </pc:sldMkLst>
      </pc:sldChg>
      <pc:sldChg chg="del">
        <pc:chgData name="Teena Sharma" userId="dcb60f0d-6c15-4987-8821-0c571d033c21" providerId="ADAL" clId="{98A97512-4555-4F9D-80A9-C2ECE69E8812}" dt="2026-03-12T13:23:51.560" v="37" actId="47"/>
        <pc:sldMkLst>
          <pc:docMk/>
          <pc:sldMk cId="587460297" sldId="461"/>
        </pc:sldMkLst>
      </pc:sldChg>
      <pc:sldChg chg="del">
        <pc:chgData name="Teena Sharma" userId="dcb60f0d-6c15-4987-8821-0c571d033c21" providerId="ADAL" clId="{98A97512-4555-4F9D-80A9-C2ECE69E8812}" dt="2026-03-12T13:23:51.560" v="37" actId="47"/>
        <pc:sldMkLst>
          <pc:docMk/>
          <pc:sldMk cId="2993574833" sldId="466"/>
        </pc:sldMkLst>
      </pc:sldChg>
      <pc:sldChg chg="del">
        <pc:chgData name="Teena Sharma" userId="dcb60f0d-6c15-4987-8821-0c571d033c21" providerId="ADAL" clId="{98A97512-4555-4F9D-80A9-C2ECE69E8812}" dt="2026-03-12T13:23:51.560" v="37" actId="47"/>
        <pc:sldMkLst>
          <pc:docMk/>
          <pc:sldMk cId="3072637752" sldId="467"/>
        </pc:sldMkLst>
      </pc:sldChg>
      <pc:sldChg chg="del">
        <pc:chgData name="Teena Sharma" userId="dcb60f0d-6c15-4987-8821-0c571d033c21" providerId="ADAL" clId="{98A97512-4555-4F9D-80A9-C2ECE69E8812}" dt="2026-03-12T13:23:51.560" v="37" actId="47"/>
        <pc:sldMkLst>
          <pc:docMk/>
          <pc:sldMk cId="824569041" sldId="468"/>
        </pc:sldMkLst>
      </pc:sldChg>
      <pc:sldChg chg="del">
        <pc:chgData name="Teena Sharma" userId="dcb60f0d-6c15-4987-8821-0c571d033c21" providerId="ADAL" clId="{98A97512-4555-4F9D-80A9-C2ECE69E8812}" dt="2026-03-12T13:23:51.560" v="37" actId="47"/>
        <pc:sldMkLst>
          <pc:docMk/>
          <pc:sldMk cId="1536014489" sldId="469"/>
        </pc:sldMkLst>
      </pc:sldChg>
      <pc:sldChg chg="del">
        <pc:chgData name="Teena Sharma" userId="dcb60f0d-6c15-4987-8821-0c571d033c21" providerId="ADAL" clId="{98A97512-4555-4F9D-80A9-C2ECE69E8812}" dt="2026-03-12T13:23:51.560" v="37" actId="47"/>
        <pc:sldMkLst>
          <pc:docMk/>
          <pc:sldMk cId="3193127892" sldId="470"/>
        </pc:sldMkLst>
      </pc:sldChg>
      <pc:sldChg chg="del">
        <pc:chgData name="Teena Sharma" userId="dcb60f0d-6c15-4987-8821-0c571d033c21" providerId="ADAL" clId="{98A97512-4555-4F9D-80A9-C2ECE69E8812}" dt="2026-03-12T13:23:51.560" v="37" actId="47"/>
        <pc:sldMkLst>
          <pc:docMk/>
          <pc:sldMk cId="3254263252" sldId="471"/>
        </pc:sldMkLst>
      </pc:sldChg>
      <pc:sldChg chg="del">
        <pc:chgData name="Teena Sharma" userId="dcb60f0d-6c15-4987-8821-0c571d033c21" providerId="ADAL" clId="{98A97512-4555-4F9D-80A9-C2ECE69E8812}" dt="2026-03-12T13:23:51.560" v="37" actId="47"/>
        <pc:sldMkLst>
          <pc:docMk/>
          <pc:sldMk cId="1080957007" sldId="472"/>
        </pc:sldMkLst>
      </pc:sldChg>
      <pc:sldChg chg="del">
        <pc:chgData name="Teena Sharma" userId="dcb60f0d-6c15-4987-8821-0c571d033c21" providerId="ADAL" clId="{98A97512-4555-4F9D-80A9-C2ECE69E8812}" dt="2026-03-12T13:23:51.560" v="37" actId="47"/>
        <pc:sldMkLst>
          <pc:docMk/>
          <pc:sldMk cId="3287594087" sldId="473"/>
        </pc:sldMkLst>
      </pc:sldChg>
      <pc:sldChg chg="del">
        <pc:chgData name="Teena Sharma" userId="dcb60f0d-6c15-4987-8821-0c571d033c21" providerId="ADAL" clId="{98A97512-4555-4F9D-80A9-C2ECE69E8812}" dt="2026-03-12T13:23:51.560" v="37" actId="47"/>
        <pc:sldMkLst>
          <pc:docMk/>
          <pc:sldMk cId="3774642752" sldId="474"/>
        </pc:sldMkLst>
      </pc:sldChg>
      <pc:sldChg chg="del">
        <pc:chgData name="Teena Sharma" userId="dcb60f0d-6c15-4987-8821-0c571d033c21" providerId="ADAL" clId="{98A97512-4555-4F9D-80A9-C2ECE69E8812}" dt="2026-03-12T13:23:51.560" v="37" actId="47"/>
        <pc:sldMkLst>
          <pc:docMk/>
          <pc:sldMk cId="3596755051" sldId="475"/>
        </pc:sldMkLst>
      </pc:sldChg>
      <pc:sldChg chg="del">
        <pc:chgData name="Teena Sharma" userId="dcb60f0d-6c15-4987-8821-0c571d033c21" providerId="ADAL" clId="{98A97512-4555-4F9D-80A9-C2ECE69E8812}" dt="2026-03-12T13:23:51.560" v="37" actId="47"/>
        <pc:sldMkLst>
          <pc:docMk/>
          <pc:sldMk cId="2580975509" sldId="476"/>
        </pc:sldMkLst>
      </pc:sldChg>
      <pc:sldChg chg="del">
        <pc:chgData name="Teena Sharma" userId="dcb60f0d-6c15-4987-8821-0c571d033c21" providerId="ADAL" clId="{98A97512-4555-4F9D-80A9-C2ECE69E8812}" dt="2026-03-12T13:23:51.560" v="37" actId="47"/>
        <pc:sldMkLst>
          <pc:docMk/>
          <pc:sldMk cId="1025204401" sldId="477"/>
        </pc:sldMkLst>
      </pc:sldChg>
      <pc:sldChg chg="del">
        <pc:chgData name="Teena Sharma" userId="dcb60f0d-6c15-4987-8821-0c571d033c21" providerId="ADAL" clId="{98A97512-4555-4F9D-80A9-C2ECE69E8812}" dt="2026-03-12T13:23:51.560" v="37" actId="47"/>
        <pc:sldMkLst>
          <pc:docMk/>
          <pc:sldMk cId="2138418089" sldId="478"/>
        </pc:sldMkLst>
      </pc:sldChg>
      <pc:sldChg chg="del">
        <pc:chgData name="Teena Sharma" userId="dcb60f0d-6c15-4987-8821-0c571d033c21" providerId="ADAL" clId="{98A97512-4555-4F9D-80A9-C2ECE69E8812}" dt="2026-03-12T13:23:51.560" v="37" actId="47"/>
        <pc:sldMkLst>
          <pc:docMk/>
          <pc:sldMk cId="2862890679" sldId="479"/>
        </pc:sldMkLst>
      </pc:sldChg>
      <pc:sldChg chg="del">
        <pc:chgData name="Teena Sharma" userId="dcb60f0d-6c15-4987-8821-0c571d033c21" providerId="ADAL" clId="{98A97512-4555-4F9D-80A9-C2ECE69E8812}" dt="2026-03-12T13:23:51.560" v="37" actId="47"/>
        <pc:sldMkLst>
          <pc:docMk/>
          <pc:sldMk cId="1613654463" sldId="480"/>
        </pc:sldMkLst>
      </pc:sldChg>
      <pc:sldChg chg="del">
        <pc:chgData name="Teena Sharma" userId="dcb60f0d-6c15-4987-8821-0c571d033c21" providerId="ADAL" clId="{98A97512-4555-4F9D-80A9-C2ECE69E8812}" dt="2026-03-12T13:23:51.560" v="37" actId="47"/>
        <pc:sldMkLst>
          <pc:docMk/>
          <pc:sldMk cId="1996953719" sldId="481"/>
        </pc:sldMkLst>
      </pc:sldChg>
      <pc:sldChg chg="del">
        <pc:chgData name="Teena Sharma" userId="dcb60f0d-6c15-4987-8821-0c571d033c21" providerId="ADAL" clId="{98A97512-4555-4F9D-80A9-C2ECE69E8812}" dt="2026-03-12T13:23:51.560" v="37" actId="47"/>
        <pc:sldMkLst>
          <pc:docMk/>
          <pc:sldMk cId="593680355" sldId="482"/>
        </pc:sldMkLst>
      </pc:sldChg>
      <pc:sldChg chg="del">
        <pc:chgData name="Teena Sharma" userId="dcb60f0d-6c15-4987-8821-0c571d033c21" providerId="ADAL" clId="{98A97512-4555-4F9D-80A9-C2ECE69E8812}" dt="2026-03-12T13:23:51.560" v="37" actId="47"/>
        <pc:sldMkLst>
          <pc:docMk/>
          <pc:sldMk cId="950835791" sldId="483"/>
        </pc:sldMkLst>
      </pc:sldChg>
      <pc:sldChg chg="del">
        <pc:chgData name="Teena Sharma" userId="dcb60f0d-6c15-4987-8821-0c571d033c21" providerId="ADAL" clId="{98A97512-4555-4F9D-80A9-C2ECE69E8812}" dt="2026-03-12T13:23:51.560" v="37" actId="47"/>
        <pc:sldMkLst>
          <pc:docMk/>
          <pc:sldMk cId="3164203489" sldId="484"/>
        </pc:sldMkLst>
      </pc:sldChg>
      <pc:sldChg chg="del">
        <pc:chgData name="Teena Sharma" userId="dcb60f0d-6c15-4987-8821-0c571d033c21" providerId="ADAL" clId="{98A97512-4555-4F9D-80A9-C2ECE69E8812}" dt="2026-03-12T13:23:51.560" v="37" actId="47"/>
        <pc:sldMkLst>
          <pc:docMk/>
          <pc:sldMk cId="1925688592" sldId="488"/>
        </pc:sldMkLst>
      </pc:sldChg>
      <pc:sldChg chg="del">
        <pc:chgData name="Teena Sharma" userId="dcb60f0d-6c15-4987-8821-0c571d033c21" providerId="ADAL" clId="{98A97512-4555-4F9D-80A9-C2ECE69E8812}" dt="2026-03-12T13:23:51.560" v="37" actId="47"/>
        <pc:sldMkLst>
          <pc:docMk/>
          <pc:sldMk cId="1734934782" sldId="489"/>
        </pc:sldMkLst>
      </pc:sldChg>
      <pc:sldChg chg="del">
        <pc:chgData name="Teena Sharma" userId="dcb60f0d-6c15-4987-8821-0c571d033c21" providerId="ADAL" clId="{98A97512-4555-4F9D-80A9-C2ECE69E8812}" dt="2026-03-12T13:23:51.560" v="37" actId="47"/>
        <pc:sldMkLst>
          <pc:docMk/>
          <pc:sldMk cId="928901637" sldId="490"/>
        </pc:sldMkLst>
      </pc:sldChg>
      <pc:sldChg chg="del">
        <pc:chgData name="Teena Sharma" userId="dcb60f0d-6c15-4987-8821-0c571d033c21" providerId="ADAL" clId="{98A97512-4555-4F9D-80A9-C2ECE69E8812}" dt="2026-03-12T13:23:51.560" v="37" actId="47"/>
        <pc:sldMkLst>
          <pc:docMk/>
          <pc:sldMk cId="590081159" sldId="491"/>
        </pc:sldMkLst>
      </pc:sldChg>
      <pc:sldChg chg="del">
        <pc:chgData name="Teena Sharma" userId="dcb60f0d-6c15-4987-8821-0c571d033c21" providerId="ADAL" clId="{98A97512-4555-4F9D-80A9-C2ECE69E8812}" dt="2026-03-12T13:23:51.560" v="37" actId="47"/>
        <pc:sldMkLst>
          <pc:docMk/>
          <pc:sldMk cId="1728106882" sldId="492"/>
        </pc:sldMkLst>
      </pc:sldChg>
      <pc:sldChg chg="del">
        <pc:chgData name="Teena Sharma" userId="dcb60f0d-6c15-4987-8821-0c571d033c21" providerId="ADAL" clId="{98A97512-4555-4F9D-80A9-C2ECE69E8812}" dt="2026-03-12T13:23:51.560" v="37" actId="47"/>
        <pc:sldMkLst>
          <pc:docMk/>
          <pc:sldMk cId="693656606" sldId="493"/>
        </pc:sldMkLst>
      </pc:sldChg>
      <pc:sldChg chg="del">
        <pc:chgData name="Teena Sharma" userId="dcb60f0d-6c15-4987-8821-0c571d033c21" providerId="ADAL" clId="{98A97512-4555-4F9D-80A9-C2ECE69E8812}" dt="2026-03-12T13:23:51.560" v="37" actId="47"/>
        <pc:sldMkLst>
          <pc:docMk/>
          <pc:sldMk cId="187864047" sldId="494"/>
        </pc:sldMkLst>
      </pc:sldChg>
      <pc:sldChg chg="del">
        <pc:chgData name="Teena Sharma" userId="dcb60f0d-6c15-4987-8821-0c571d033c21" providerId="ADAL" clId="{98A97512-4555-4F9D-80A9-C2ECE69E8812}" dt="2026-03-12T13:23:51.560" v="37" actId="47"/>
        <pc:sldMkLst>
          <pc:docMk/>
          <pc:sldMk cId="1706205478" sldId="495"/>
        </pc:sldMkLst>
      </pc:sldChg>
      <pc:sldChg chg="addSp delSp modSp mod modNotesTx">
        <pc:chgData name="Teena Sharma" userId="dcb60f0d-6c15-4987-8821-0c571d033c21" providerId="ADAL" clId="{98A97512-4555-4F9D-80A9-C2ECE69E8812}" dt="2026-03-12T13:26:09.421" v="188" actId="20577"/>
        <pc:sldMkLst>
          <pc:docMk/>
          <pc:sldMk cId="2704997675" sldId="502"/>
        </pc:sldMkLst>
        <pc:spChg chg="mod">
          <ac:chgData name="Teena Sharma" userId="dcb60f0d-6c15-4987-8821-0c571d033c21" providerId="ADAL" clId="{98A97512-4555-4F9D-80A9-C2ECE69E8812}" dt="2026-03-12T13:24:18.111" v="70" actId="20577"/>
          <ac:spMkLst>
            <pc:docMk/>
            <pc:sldMk cId="2704997675" sldId="502"/>
            <ac:spMk id="2" creationId="{4EA40659-9880-2A0D-BA61-9B348F591E3F}"/>
          </ac:spMkLst>
        </pc:spChg>
        <pc:spChg chg="del">
          <ac:chgData name="Teena Sharma" userId="dcb60f0d-6c15-4987-8821-0c571d033c21" providerId="ADAL" clId="{98A97512-4555-4F9D-80A9-C2ECE69E8812}" dt="2026-03-12T13:24:23.777" v="72" actId="478"/>
          <ac:spMkLst>
            <pc:docMk/>
            <pc:sldMk cId="2704997675" sldId="502"/>
            <ac:spMk id="3" creationId="{C2997ACD-F74A-F0B2-F80B-6DEEF263B1D7}"/>
          </ac:spMkLst>
        </pc:spChg>
        <pc:spChg chg="mod">
          <ac:chgData name="Teena Sharma" userId="dcb60f0d-6c15-4987-8821-0c571d033c21" providerId="ADAL" clId="{98A97512-4555-4F9D-80A9-C2ECE69E8812}" dt="2026-03-12T13:26:09.421" v="188" actId="20577"/>
          <ac:spMkLst>
            <pc:docMk/>
            <pc:sldMk cId="2704997675" sldId="502"/>
            <ac:spMk id="5" creationId="{4EDA24D5-DFA4-969F-0241-0C224B0687D0}"/>
          </ac:spMkLst>
        </pc:spChg>
        <pc:spChg chg="add mod">
          <ac:chgData name="Teena Sharma" userId="dcb60f0d-6c15-4987-8821-0c571d033c21" providerId="ADAL" clId="{98A97512-4555-4F9D-80A9-C2ECE69E8812}" dt="2026-03-12T13:24:23.777" v="72" actId="478"/>
          <ac:spMkLst>
            <pc:docMk/>
            <pc:sldMk cId="2704997675" sldId="502"/>
            <ac:spMk id="8" creationId="{E45BAC36-16F6-C078-FD65-A616568F11FA}"/>
          </ac:spMkLst>
        </pc:spChg>
        <pc:picChg chg="del">
          <ac:chgData name="Teena Sharma" userId="dcb60f0d-6c15-4987-8821-0c571d033c21" providerId="ADAL" clId="{98A97512-4555-4F9D-80A9-C2ECE69E8812}" dt="2026-03-12T13:24:21.491" v="71" actId="478"/>
          <ac:picMkLst>
            <pc:docMk/>
            <pc:sldMk cId="2704997675" sldId="502"/>
            <ac:picMk id="4" creationId="{A3E54EB6-B374-640C-0F2D-EAE4A4EE8232}"/>
          </ac:picMkLst>
        </pc:picChg>
      </pc:sldChg>
      <pc:sldChg chg="modSp mod setBg modNotesTx">
        <pc:chgData name="Teena Sharma" userId="dcb60f0d-6c15-4987-8821-0c571d033c21" providerId="ADAL" clId="{98A97512-4555-4F9D-80A9-C2ECE69E8812}" dt="2026-03-12T13:26:21.357" v="191" actId="20577"/>
        <pc:sldMkLst>
          <pc:docMk/>
          <pc:sldMk cId="3871096216" sldId="503"/>
        </pc:sldMkLst>
        <pc:spChg chg="mod">
          <ac:chgData name="Teena Sharma" userId="dcb60f0d-6c15-4987-8821-0c571d033c21" providerId="ADAL" clId="{98A97512-4555-4F9D-80A9-C2ECE69E8812}" dt="2026-03-12T13:25:59.755" v="185" actId="20577"/>
          <ac:spMkLst>
            <pc:docMk/>
            <pc:sldMk cId="3871096216" sldId="503"/>
            <ac:spMk id="2" creationId="{B94CAC84-5A4B-F67B-5393-ADA47A8208BD}"/>
          </ac:spMkLst>
        </pc:spChg>
        <pc:spChg chg="mod">
          <ac:chgData name="Teena Sharma" userId="dcb60f0d-6c15-4987-8821-0c571d033c21" providerId="ADAL" clId="{98A97512-4555-4F9D-80A9-C2ECE69E8812}" dt="2026-03-12T13:25:31.931" v="149" actId="20577"/>
          <ac:spMkLst>
            <pc:docMk/>
            <pc:sldMk cId="3871096216" sldId="503"/>
            <ac:spMk id="11" creationId="{9BC1CA05-7B56-F729-7729-976FFD62408E}"/>
          </ac:spMkLst>
        </pc:spChg>
        <pc:spChg chg="mod">
          <ac:chgData name="Teena Sharma" userId="dcb60f0d-6c15-4987-8821-0c571d033c21" providerId="ADAL" clId="{98A97512-4555-4F9D-80A9-C2ECE69E8812}" dt="2026-03-12T13:25:53.173" v="184" actId="20577"/>
          <ac:spMkLst>
            <pc:docMk/>
            <pc:sldMk cId="3871096216" sldId="503"/>
            <ac:spMk id="14" creationId="{60B22ADA-D87B-5B41-C735-9F7F595D022A}"/>
          </ac:spMkLst>
        </pc:spChg>
      </pc:sldChg>
      <pc:sldChg chg="modSp mod modNotesTx">
        <pc:chgData name="Teena Sharma" userId="dcb60f0d-6c15-4987-8821-0c571d033c21" providerId="ADAL" clId="{98A97512-4555-4F9D-80A9-C2ECE69E8812}" dt="2026-03-12T13:26:24.118" v="192" actId="20577"/>
        <pc:sldMkLst>
          <pc:docMk/>
          <pc:sldMk cId="1864922643" sldId="504"/>
        </pc:sldMkLst>
        <pc:spChg chg="mod">
          <ac:chgData name="Teena Sharma" userId="dcb60f0d-6c15-4987-8821-0c571d033c21" providerId="ADAL" clId="{98A97512-4555-4F9D-80A9-C2ECE69E8812}" dt="2026-03-12T13:26:03.453" v="186" actId="20577"/>
          <ac:spMkLst>
            <pc:docMk/>
            <pc:sldMk cId="1864922643" sldId="504"/>
            <ac:spMk id="2" creationId="{CAAD68C3-E61A-3E8D-4D02-56CDC310BA04}"/>
          </ac:spMkLst>
        </pc:spChg>
        <pc:spChg chg="mod">
          <ac:chgData name="Teena Sharma" userId="dcb60f0d-6c15-4987-8821-0c571d033c21" providerId="ADAL" clId="{98A97512-4555-4F9D-80A9-C2ECE69E8812}" dt="2026-03-12T13:25:20.463" v="131" actId="20577"/>
          <ac:spMkLst>
            <pc:docMk/>
            <pc:sldMk cId="1864922643" sldId="504"/>
            <ac:spMk id="109" creationId="{06FF1FD8-B614-F6CD-4DF8-9A8799BC37A0}"/>
          </ac:spMkLst>
        </pc:spChg>
      </pc:sldChg>
      <pc:sldChg chg="del">
        <pc:chgData name="Teena Sharma" userId="dcb60f0d-6c15-4987-8821-0c571d033c21" providerId="ADAL" clId="{98A97512-4555-4F9D-80A9-C2ECE69E8812}" dt="2026-03-12T13:23:36.003" v="3" actId="47"/>
        <pc:sldMkLst>
          <pc:docMk/>
          <pc:sldMk cId="165543596" sldId="506"/>
        </pc:sldMkLst>
      </pc:sldChg>
      <pc:sldChg chg="del">
        <pc:chgData name="Teena Sharma" userId="dcb60f0d-6c15-4987-8821-0c571d033c21" providerId="ADAL" clId="{98A97512-4555-4F9D-80A9-C2ECE69E8812}" dt="2026-03-12T13:23:36.437" v="4" actId="47"/>
        <pc:sldMkLst>
          <pc:docMk/>
          <pc:sldMk cId="3688309438" sldId="507"/>
        </pc:sldMkLst>
      </pc:sldChg>
      <pc:sldChg chg="del">
        <pc:chgData name="Teena Sharma" userId="dcb60f0d-6c15-4987-8821-0c571d033c21" providerId="ADAL" clId="{98A97512-4555-4F9D-80A9-C2ECE69E8812}" dt="2026-03-12T13:23:36.683" v="5" actId="47"/>
        <pc:sldMkLst>
          <pc:docMk/>
          <pc:sldMk cId="2885732533" sldId="508"/>
        </pc:sldMkLst>
      </pc:sldChg>
      <pc:sldChg chg="del">
        <pc:chgData name="Teena Sharma" userId="dcb60f0d-6c15-4987-8821-0c571d033c21" providerId="ADAL" clId="{98A97512-4555-4F9D-80A9-C2ECE69E8812}" dt="2026-03-12T13:23:36.865" v="6" actId="47"/>
        <pc:sldMkLst>
          <pc:docMk/>
          <pc:sldMk cId="2470905021" sldId="509"/>
        </pc:sldMkLst>
      </pc:sldChg>
      <pc:sldChg chg="del">
        <pc:chgData name="Teena Sharma" userId="dcb60f0d-6c15-4987-8821-0c571d033c21" providerId="ADAL" clId="{98A97512-4555-4F9D-80A9-C2ECE69E8812}" dt="2026-03-12T13:23:37.001" v="7" actId="47"/>
        <pc:sldMkLst>
          <pc:docMk/>
          <pc:sldMk cId="2016854611" sldId="510"/>
        </pc:sldMkLst>
      </pc:sldChg>
      <pc:sldChg chg="del">
        <pc:chgData name="Teena Sharma" userId="dcb60f0d-6c15-4987-8821-0c571d033c21" providerId="ADAL" clId="{98A97512-4555-4F9D-80A9-C2ECE69E8812}" dt="2026-03-12T13:23:37.197" v="8" actId="47"/>
        <pc:sldMkLst>
          <pc:docMk/>
          <pc:sldMk cId="3444650010" sldId="511"/>
        </pc:sldMkLst>
      </pc:sldChg>
      <pc:sldChg chg="del">
        <pc:chgData name="Teena Sharma" userId="dcb60f0d-6c15-4987-8821-0c571d033c21" providerId="ADAL" clId="{98A97512-4555-4F9D-80A9-C2ECE69E8812}" dt="2026-03-12T13:23:37.368" v="9" actId="47"/>
        <pc:sldMkLst>
          <pc:docMk/>
          <pc:sldMk cId="2124706240" sldId="512"/>
        </pc:sldMkLst>
      </pc:sldChg>
      <pc:sldChg chg="del">
        <pc:chgData name="Teena Sharma" userId="dcb60f0d-6c15-4987-8821-0c571d033c21" providerId="ADAL" clId="{98A97512-4555-4F9D-80A9-C2ECE69E8812}" dt="2026-03-12T13:23:37.524" v="10" actId="47"/>
        <pc:sldMkLst>
          <pc:docMk/>
          <pc:sldMk cId="740526681" sldId="513"/>
        </pc:sldMkLst>
      </pc:sldChg>
      <pc:sldChg chg="del">
        <pc:chgData name="Teena Sharma" userId="dcb60f0d-6c15-4987-8821-0c571d033c21" providerId="ADAL" clId="{98A97512-4555-4F9D-80A9-C2ECE69E8812}" dt="2026-03-12T13:23:37.642" v="11" actId="47"/>
        <pc:sldMkLst>
          <pc:docMk/>
          <pc:sldMk cId="4219433480" sldId="514"/>
        </pc:sldMkLst>
      </pc:sldChg>
      <pc:sldChg chg="del">
        <pc:chgData name="Teena Sharma" userId="dcb60f0d-6c15-4987-8821-0c571d033c21" providerId="ADAL" clId="{98A97512-4555-4F9D-80A9-C2ECE69E8812}" dt="2026-03-12T13:23:51.560" v="37" actId="47"/>
        <pc:sldMkLst>
          <pc:docMk/>
          <pc:sldMk cId="2657118658" sldId="517"/>
        </pc:sldMkLst>
      </pc:sldChg>
      <pc:sldChg chg="del">
        <pc:chgData name="Teena Sharma" userId="dcb60f0d-6c15-4987-8821-0c571d033c21" providerId="ADAL" clId="{98A97512-4555-4F9D-80A9-C2ECE69E8812}" dt="2026-03-12T13:23:51.560" v="37" actId="47"/>
        <pc:sldMkLst>
          <pc:docMk/>
          <pc:sldMk cId="3560086097" sldId="519"/>
        </pc:sldMkLst>
      </pc:sldChg>
      <pc:sldChg chg="del">
        <pc:chgData name="Teena Sharma" userId="dcb60f0d-6c15-4987-8821-0c571d033c21" providerId="ADAL" clId="{98A97512-4555-4F9D-80A9-C2ECE69E8812}" dt="2026-03-12T13:23:51.560" v="37" actId="47"/>
        <pc:sldMkLst>
          <pc:docMk/>
          <pc:sldMk cId="4234605234" sldId="520"/>
        </pc:sldMkLst>
      </pc:sldChg>
      <pc:sldChg chg="del">
        <pc:chgData name="Teena Sharma" userId="dcb60f0d-6c15-4987-8821-0c571d033c21" providerId="ADAL" clId="{98A97512-4555-4F9D-80A9-C2ECE69E8812}" dt="2026-03-12T13:23:51.560" v="37" actId="47"/>
        <pc:sldMkLst>
          <pc:docMk/>
          <pc:sldMk cId="742615365" sldId="521"/>
        </pc:sldMkLst>
      </pc:sldChg>
      <pc:sldChg chg="del">
        <pc:chgData name="Teena Sharma" userId="dcb60f0d-6c15-4987-8821-0c571d033c21" providerId="ADAL" clId="{98A97512-4555-4F9D-80A9-C2ECE69E8812}" dt="2026-03-12T13:23:51.560" v="37" actId="47"/>
        <pc:sldMkLst>
          <pc:docMk/>
          <pc:sldMk cId="1818358171" sldId="522"/>
        </pc:sldMkLst>
      </pc:sldChg>
      <pc:sldChg chg="del">
        <pc:chgData name="Teena Sharma" userId="dcb60f0d-6c15-4987-8821-0c571d033c21" providerId="ADAL" clId="{98A97512-4555-4F9D-80A9-C2ECE69E8812}" dt="2026-03-12T13:23:51.560" v="37" actId="47"/>
        <pc:sldMkLst>
          <pc:docMk/>
          <pc:sldMk cId="1089304209" sldId="523"/>
        </pc:sldMkLst>
      </pc:sldChg>
      <pc:sldChg chg="del">
        <pc:chgData name="Teena Sharma" userId="dcb60f0d-6c15-4987-8821-0c571d033c21" providerId="ADAL" clId="{98A97512-4555-4F9D-80A9-C2ECE69E8812}" dt="2026-03-12T13:23:51.560" v="37" actId="47"/>
        <pc:sldMkLst>
          <pc:docMk/>
          <pc:sldMk cId="4260958212" sldId="524"/>
        </pc:sldMkLst>
      </pc:sldChg>
      <pc:sldChg chg="del">
        <pc:chgData name="Teena Sharma" userId="dcb60f0d-6c15-4987-8821-0c571d033c21" providerId="ADAL" clId="{98A97512-4555-4F9D-80A9-C2ECE69E8812}" dt="2026-03-12T13:23:51.560" v="37" actId="47"/>
        <pc:sldMkLst>
          <pc:docMk/>
          <pc:sldMk cId="1553980444" sldId="525"/>
        </pc:sldMkLst>
      </pc:sldChg>
      <pc:sldChg chg="del">
        <pc:chgData name="Teena Sharma" userId="dcb60f0d-6c15-4987-8821-0c571d033c21" providerId="ADAL" clId="{98A97512-4555-4F9D-80A9-C2ECE69E8812}" dt="2026-03-12T13:23:51.560" v="37" actId="47"/>
        <pc:sldMkLst>
          <pc:docMk/>
          <pc:sldMk cId="162906375" sldId="526"/>
        </pc:sldMkLst>
      </pc:sldChg>
      <pc:sldChg chg="del">
        <pc:chgData name="Teena Sharma" userId="dcb60f0d-6c15-4987-8821-0c571d033c21" providerId="ADAL" clId="{98A97512-4555-4F9D-80A9-C2ECE69E8812}" dt="2026-03-12T13:23:51.560" v="37" actId="47"/>
        <pc:sldMkLst>
          <pc:docMk/>
          <pc:sldMk cId="212931657" sldId="527"/>
        </pc:sldMkLst>
      </pc:sldChg>
      <pc:sldChg chg="del">
        <pc:chgData name="Teena Sharma" userId="dcb60f0d-6c15-4987-8821-0c571d033c21" providerId="ADAL" clId="{98A97512-4555-4F9D-80A9-C2ECE69E8812}" dt="2026-03-12T13:23:51.560" v="37" actId="47"/>
        <pc:sldMkLst>
          <pc:docMk/>
          <pc:sldMk cId="3083401004" sldId="528"/>
        </pc:sldMkLst>
      </pc:sldChg>
      <pc:sldChg chg="del">
        <pc:chgData name="Teena Sharma" userId="dcb60f0d-6c15-4987-8821-0c571d033c21" providerId="ADAL" clId="{98A97512-4555-4F9D-80A9-C2ECE69E8812}" dt="2026-03-12T13:23:51.560" v="37" actId="47"/>
        <pc:sldMkLst>
          <pc:docMk/>
          <pc:sldMk cId="2690240870" sldId="529"/>
        </pc:sldMkLst>
      </pc:sldChg>
      <pc:sldChg chg="del">
        <pc:chgData name="Teena Sharma" userId="dcb60f0d-6c15-4987-8821-0c571d033c21" providerId="ADAL" clId="{98A97512-4555-4F9D-80A9-C2ECE69E8812}" dt="2026-03-12T13:23:51.560" v="37" actId="47"/>
        <pc:sldMkLst>
          <pc:docMk/>
          <pc:sldMk cId="4080455835" sldId="530"/>
        </pc:sldMkLst>
      </pc:sldChg>
      <pc:sldChg chg="del">
        <pc:chgData name="Teena Sharma" userId="dcb60f0d-6c15-4987-8821-0c571d033c21" providerId="ADAL" clId="{98A97512-4555-4F9D-80A9-C2ECE69E8812}" dt="2026-03-12T13:23:51.560" v="37" actId="47"/>
        <pc:sldMkLst>
          <pc:docMk/>
          <pc:sldMk cId="596962483" sldId="531"/>
        </pc:sldMkLst>
      </pc:sldChg>
      <pc:sldChg chg="del">
        <pc:chgData name="Teena Sharma" userId="dcb60f0d-6c15-4987-8821-0c571d033c21" providerId="ADAL" clId="{98A97512-4555-4F9D-80A9-C2ECE69E8812}" dt="2026-03-12T13:23:51.560" v="37" actId="47"/>
        <pc:sldMkLst>
          <pc:docMk/>
          <pc:sldMk cId="2327810261" sldId="532"/>
        </pc:sldMkLst>
      </pc:sldChg>
      <pc:sldChg chg="del">
        <pc:chgData name="Teena Sharma" userId="dcb60f0d-6c15-4987-8821-0c571d033c21" providerId="ADAL" clId="{98A97512-4555-4F9D-80A9-C2ECE69E8812}" dt="2026-03-12T13:23:51.560" v="37" actId="47"/>
        <pc:sldMkLst>
          <pc:docMk/>
          <pc:sldMk cId="2808316093" sldId="533"/>
        </pc:sldMkLst>
      </pc:sldChg>
      <pc:sldChg chg="del">
        <pc:chgData name="Teena Sharma" userId="dcb60f0d-6c15-4987-8821-0c571d033c21" providerId="ADAL" clId="{98A97512-4555-4F9D-80A9-C2ECE69E8812}" dt="2026-03-12T13:23:51.560" v="37" actId="47"/>
        <pc:sldMkLst>
          <pc:docMk/>
          <pc:sldMk cId="1856189240" sldId="534"/>
        </pc:sldMkLst>
      </pc:sldChg>
      <pc:sldChg chg="del">
        <pc:chgData name="Teena Sharma" userId="dcb60f0d-6c15-4987-8821-0c571d033c21" providerId="ADAL" clId="{98A97512-4555-4F9D-80A9-C2ECE69E8812}" dt="2026-03-12T13:23:51.560" v="37" actId="47"/>
        <pc:sldMkLst>
          <pc:docMk/>
          <pc:sldMk cId="1644321190" sldId="535"/>
        </pc:sldMkLst>
      </pc:sldChg>
      <pc:sldChg chg="del">
        <pc:chgData name="Teena Sharma" userId="dcb60f0d-6c15-4987-8821-0c571d033c21" providerId="ADAL" clId="{98A97512-4555-4F9D-80A9-C2ECE69E8812}" dt="2026-03-12T13:23:51.560" v="37" actId="47"/>
        <pc:sldMkLst>
          <pc:docMk/>
          <pc:sldMk cId="3653050662" sldId="536"/>
        </pc:sldMkLst>
      </pc:sldChg>
      <pc:sldChg chg="del">
        <pc:chgData name="Teena Sharma" userId="dcb60f0d-6c15-4987-8821-0c571d033c21" providerId="ADAL" clId="{98A97512-4555-4F9D-80A9-C2ECE69E8812}" dt="2026-03-12T13:23:51.560" v="37" actId="47"/>
        <pc:sldMkLst>
          <pc:docMk/>
          <pc:sldMk cId="3417431247" sldId="537"/>
        </pc:sldMkLst>
      </pc:sldChg>
      <pc:sldChg chg="del">
        <pc:chgData name="Teena Sharma" userId="dcb60f0d-6c15-4987-8821-0c571d033c21" providerId="ADAL" clId="{98A97512-4555-4F9D-80A9-C2ECE69E8812}" dt="2026-03-12T13:23:51.560" v="37" actId="47"/>
        <pc:sldMkLst>
          <pc:docMk/>
          <pc:sldMk cId="287749204" sldId="538"/>
        </pc:sldMkLst>
      </pc:sldChg>
      <pc:sldChg chg="del">
        <pc:chgData name="Teena Sharma" userId="dcb60f0d-6c15-4987-8821-0c571d033c21" providerId="ADAL" clId="{98A97512-4555-4F9D-80A9-C2ECE69E8812}" dt="2026-03-12T13:23:51.560" v="37" actId="47"/>
        <pc:sldMkLst>
          <pc:docMk/>
          <pc:sldMk cId="1393498108" sldId="539"/>
        </pc:sldMkLst>
      </pc:sldChg>
      <pc:sldChg chg="del">
        <pc:chgData name="Teena Sharma" userId="dcb60f0d-6c15-4987-8821-0c571d033c21" providerId="ADAL" clId="{98A97512-4555-4F9D-80A9-C2ECE69E8812}" dt="2026-03-12T13:23:51.560" v="37" actId="47"/>
        <pc:sldMkLst>
          <pc:docMk/>
          <pc:sldMk cId="2271866578" sldId="540"/>
        </pc:sldMkLst>
      </pc:sldChg>
      <pc:sldChg chg="del">
        <pc:chgData name="Teena Sharma" userId="dcb60f0d-6c15-4987-8821-0c571d033c21" providerId="ADAL" clId="{98A97512-4555-4F9D-80A9-C2ECE69E8812}" dt="2026-03-12T13:23:51.560" v="37" actId="47"/>
        <pc:sldMkLst>
          <pc:docMk/>
          <pc:sldMk cId="4248479245" sldId="543"/>
        </pc:sldMkLst>
      </pc:sldChg>
      <pc:sldChg chg="del">
        <pc:chgData name="Teena Sharma" userId="dcb60f0d-6c15-4987-8821-0c571d033c21" providerId="ADAL" clId="{98A97512-4555-4F9D-80A9-C2ECE69E8812}" dt="2026-03-12T13:23:51.560" v="37" actId="47"/>
        <pc:sldMkLst>
          <pc:docMk/>
          <pc:sldMk cId="2562313977" sldId="544"/>
        </pc:sldMkLst>
      </pc:sldChg>
      <pc:sldChg chg="del">
        <pc:chgData name="Teena Sharma" userId="dcb60f0d-6c15-4987-8821-0c571d033c21" providerId="ADAL" clId="{98A97512-4555-4F9D-80A9-C2ECE69E8812}" dt="2026-03-12T13:23:51.560" v="37" actId="47"/>
        <pc:sldMkLst>
          <pc:docMk/>
          <pc:sldMk cId="2588039929" sldId="548"/>
        </pc:sldMkLst>
      </pc:sldChg>
      <pc:sldChg chg="del">
        <pc:chgData name="Teena Sharma" userId="dcb60f0d-6c15-4987-8821-0c571d033c21" providerId="ADAL" clId="{98A97512-4555-4F9D-80A9-C2ECE69E8812}" dt="2026-03-12T13:23:51.560" v="37" actId="47"/>
        <pc:sldMkLst>
          <pc:docMk/>
          <pc:sldMk cId="402039302" sldId="549"/>
        </pc:sldMkLst>
      </pc:sldChg>
      <pc:sldChg chg="del">
        <pc:chgData name="Teena Sharma" userId="dcb60f0d-6c15-4987-8821-0c571d033c21" providerId="ADAL" clId="{98A97512-4555-4F9D-80A9-C2ECE69E8812}" dt="2026-03-12T13:23:51.560" v="37" actId="47"/>
        <pc:sldMkLst>
          <pc:docMk/>
          <pc:sldMk cId="2090590729" sldId="550"/>
        </pc:sldMkLst>
      </pc:sldChg>
      <pc:sldChg chg="del">
        <pc:chgData name="Teena Sharma" userId="dcb60f0d-6c15-4987-8821-0c571d033c21" providerId="ADAL" clId="{98A97512-4555-4F9D-80A9-C2ECE69E8812}" dt="2026-03-12T13:23:51.560" v="37" actId="47"/>
        <pc:sldMkLst>
          <pc:docMk/>
          <pc:sldMk cId="2827359782" sldId="551"/>
        </pc:sldMkLst>
      </pc:sldChg>
      <pc:sldChg chg="del">
        <pc:chgData name="Teena Sharma" userId="dcb60f0d-6c15-4987-8821-0c571d033c21" providerId="ADAL" clId="{98A97512-4555-4F9D-80A9-C2ECE69E8812}" dt="2026-03-12T13:23:51.560" v="37" actId="47"/>
        <pc:sldMkLst>
          <pc:docMk/>
          <pc:sldMk cId="3532198095" sldId="552"/>
        </pc:sldMkLst>
      </pc:sldChg>
      <pc:sldChg chg="del">
        <pc:chgData name="Teena Sharma" userId="dcb60f0d-6c15-4987-8821-0c571d033c21" providerId="ADAL" clId="{98A97512-4555-4F9D-80A9-C2ECE69E8812}" dt="2026-03-12T13:23:51.560" v="37" actId="47"/>
        <pc:sldMkLst>
          <pc:docMk/>
          <pc:sldMk cId="3008382903" sldId="553"/>
        </pc:sldMkLst>
      </pc:sldChg>
      <pc:sldChg chg="del">
        <pc:chgData name="Teena Sharma" userId="dcb60f0d-6c15-4987-8821-0c571d033c21" providerId="ADAL" clId="{98A97512-4555-4F9D-80A9-C2ECE69E8812}" dt="2026-03-12T13:23:51.560" v="37" actId="47"/>
        <pc:sldMkLst>
          <pc:docMk/>
          <pc:sldMk cId="2851615186" sldId="554"/>
        </pc:sldMkLst>
      </pc:sldChg>
      <pc:sldChg chg="del">
        <pc:chgData name="Teena Sharma" userId="dcb60f0d-6c15-4987-8821-0c571d033c21" providerId="ADAL" clId="{98A97512-4555-4F9D-80A9-C2ECE69E8812}" dt="2026-03-12T13:23:51.560" v="37" actId="47"/>
        <pc:sldMkLst>
          <pc:docMk/>
          <pc:sldMk cId="2194620782" sldId="555"/>
        </pc:sldMkLst>
      </pc:sldChg>
      <pc:sldChg chg="del">
        <pc:chgData name="Teena Sharma" userId="dcb60f0d-6c15-4987-8821-0c571d033c21" providerId="ADAL" clId="{98A97512-4555-4F9D-80A9-C2ECE69E8812}" dt="2026-03-12T13:23:51.560" v="37" actId="47"/>
        <pc:sldMkLst>
          <pc:docMk/>
          <pc:sldMk cId="1382653003" sldId="556"/>
        </pc:sldMkLst>
      </pc:sldChg>
      <pc:sldChg chg="del">
        <pc:chgData name="Teena Sharma" userId="dcb60f0d-6c15-4987-8821-0c571d033c21" providerId="ADAL" clId="{98A97512-4555-4F9D-80A9-C2ECE69E8812}" dt="2026-03-12T13:23:51.560" v="37" actId="47"/>
        <pc:sldMkLst>
          <pc:docMk/>
          <pc:sldMk cId="2067094923" sldId="557"/>
        </pc:sldMkLst>
      </pc:sldChg>
      <pc:sldChg chg="del">
        <pc:chgData name="Teena Sharma" userId="dcb60f0d-6c15-4987-8821-0c571d033c21" providerId="ADAL" clId="{98A97512-4555-4F9D-80A9-C2ECE69E8812}" dt="2026-03-12T13:23:51.560" v="37" actId="47"/>
        <pc:sldMkLst>
          <pc:docMk/>
          <pc:sldMk cId="1033734319" sldId="558"/>
        </pc:sldMkLst>
      </pc:sldChg>
      <pc:sldChg chg="del">
        <pc:chgData name="Teena Sharma" userId="dcb60f0d-6c15-4987-8821-0c571d033c21" providerId="ADAL" clId="{98A97512-4555-4F9D-80A9-C2ECE69E8812}" dt="2026-03-12T13:23:51.560" v="37" actId="47"/>
        <pc:sldMkLst>
          <pc:docMk/>
          <pc:sldMk cId="3660431895" sldId="564"/>
        </pc:sldMkLst>
      </pc:sldChg>
      <pc:sldChg chg="del">
        <pc:chgData name="Teena Sharma" userId="dcb60f0d-6c15-4987-8821-0c571d033c21" providerId="ADAL" clId="{98A97512-4555-4F9D-80A9-C2ECE69E8812}" dt="2026-03-12T13:23:51.560" v="37" actId="47"/>
        <pc:sldMkLst>
          <pc:docMk/>
          <pc:sldMk cId="1755554794" sldId="565"/>
        </pc:sldMkLst>
      </pc:sldChg>
      <pc:sldChg chg="del">
        <pc:chgData name="Teena Sharma" userId="dcb60f0d-6c15-4987-8821-0c571d033c21" providerId="ADAL" clId="{98A97512-4555-4F9D-80A9-C2ECE69E8812}" dt="2026-03-12T13:23:51.560" v="37" actId="47"/>
        <pc:sldMkLst>
          <pc:docMk/>
          <pc:sldMk cId="4244862855" sldId="566"/>
        </pc:sldMkLst>
      </pc:sldChg>
      <pc:sldChg chg="del">
        <pc:chgData name="Teena Sharma" userId="dcb60f0d-6c15-4987-8821-0c571d033c21" providerId="ADAL" clId="{98A97512-4555-4F9D-80A9-C2ECE69E8812}" dt="2026-03-12T13:23:51.560" v="37" actId="47"/>
        <pc:sldMkLst>
          <pc:docMk/>
          <pc:sldMk cId="2481181837" sldId="567"/>
        </pc:sldMkLst>
      </pc:sldChg>
      <pc:sldChg chg="del">
        <pc:chgData name="Teena Sharma" userId="dcb60f0d-6c15-4987-8821-0c571d033c21" providerId="ADAL" clId="{98A97512-4555-4F9D-80A9-C2ECE69E8812}" dt="2026-03-12T13:23:51.560" v="37" actId="47"/>
        <pc:sldMkLst>
          <pc:docMk/>
          <pc:sldMk cId="273830409" sldId="568"/>
        </pc:sldMkLst>
      </pc:sldChg>
      <pc:sldChg chg="del">
        <pc:chgData name="Teena Sharma" userId="dcb60f0d-6c15-4987-8821-0c571d033c21" providerId="ADAL" clId="{98A97512-4555-4F9D-80A9-C2ECE69E8812}" dt="2026-03-12T13:23:51.560" v="37" actId="47"/>
        <pc:sldMkLst>
          <pc:docMk/>
          <pc:sldMk cId="2981589317" sldId="569"/>
        </pc:sldMkLst>
      </pc:sldChg>
      <pc:sldChg chg="del">
        <pc:chgData name="Teena Sharma" userId="dcb60f0d-6c15-4987-8821-0c571d033c21" providerId="ADAL" clId="{98A97512-4555-4F9D-80A9-C2ECE69E8812}" dt="2026-03-12T13:23:51.560" v="37" actId="47"/>
        <pc:sldMkLst>
          <pc:docMk/>
          <pc:sldMk cId="1013774940" sldId="570"/>
        </pc:sldMkLst>
      </pc:sldChg>
      <pc:sldChg chg="del">
        <pc:chgData name="Teena Sharma" userId="dcb60f0d-6c15-4987-8821-0c571d033c21" providerId="ADAL" clId="{98A97512-4555-4F9D-80A9-C2ECE69E8812}" dt="2026-03-12T13:23:51.560" v="37" actId="47"/>
        <pc:sldMkLst>
          <pc:docMk/>
          <pc:sldMk cId="1556077086" sldId="571"/>
        </pc:sldMkLst>
      </pc:sldChg>
      <pc:sldChg chg="del">
        <pc:chgData name="Teena Sharma" userId="dcb60f0d-6c15-4987-8821-0c571d033c21" providerId="ADAL" clId="{98A97512-4555-4F9D-80A9-C2ECE69E8812}" dt="2026-03-12T13:23:51.560" v="37" actId="47"/>
        <pc:sldMkLst>
          <pc:docMk/>
          <pc:sldMk cId="3574380713" sldId="572"/>
        </pc:sldMkLst>
      </pc:sldChg>
      <pc:sldChg chg="del">
        <pc:chgData name="Teena Sharma" userId="dcb60f0d-6c15-4987-8821-0c571d033c21" providerId="ADAL" clId="{98A97512-4555-4F9D-80A9-C2ECE69E8812}" dt="2026-03-12T13:23:51.560" v="37" actId="47"/>
        <pc:sldMkLst>
          <pc:docMk/>
          <pc:sldMk cId="3814175659" sldId="573"/>
        </pc:sldMkLst>
      </pc:sldChg>
      <pc:sldChg chg="modSp mod modNotesTx">
        <pc:chgData name="Teena Sharma" userId="dcb60f0d-6c15-4987-8821-0c571d033c21" providerId="ADAL" clId="{98A97512-4555-4F9D-80A9-C2ECE69E8812}" dt="2026-03-12T13:26:12.496" v="189" actId="20577"/>
        <pc:sldMkLst>
          <pc:docMk/>
          <pc:sldMk cId="2944634399" sldId="574"/>
        </pc:sldMkLst>
        <pc:spChg chg="mod">
          <ac:chgData name="Teena Sharma" userId="dcb60f0d-6c15-4987-8821-0c571d033c21" providerId="ADAL" clId="{98A97512-4555-4F9D-80A9-C2ECE69E8812}" dt="2026-03-12T13:26:12.496" v="189" actId="20577"/>
          <ac:spMkLst>
            <pc:docMk/>
            <pc:sldMk cId="2944634399" sldId="574"/>
            <ac:spMk id="2" creationId="{34AB851E-D2BA-0908-F010-A14AE6A5CAC9}"/>
          </ac:spMkLst>
        </pc:spChg>
        <pc:spChg chg="mod">
          <ac:chgData name="Teena Sharma" userId="dcb60f0d-6c15-4987-8821-0c571d033c21" providerId="ADAL" clId="{98A97512-4555-4F9D-80A9-C2ECE69E8812}" dt="2026-03-12T13:24:05.626" v="62" actId="20577"/>
          <ac:spMkLst>
            <pc:docMk/>
            <pc:sldMk cId="2944634399" sldId="574"/>
            <ac:spMk id="22" creationId="{5DD64C2E-D442-E32E-79E4-36AC9D924B55}"/>
          </ac:spMkLst>
        </pc:spChg>
      </pc:sldChg>
      <pc:sldChg chg="modSp mod modNotesTx">
        <pc:chgData name="Teena Sharma" userId="dcb60f0d-6c15-4987-8821-0c571d033c21" providerId="ADAL" clId="{98A97512-4555-4F9D-80A9-C2ECE69E8812}" dt="2026-03-12T13:26:15.428" v="190" actId="20577"/>
        <pc:sldMkLst>
          <pc:docMk/>
          <pc:sldMk cId="2782198134" sldId="575"/>
        </pc:sldMkLst>
        <pc:spChg chg="mod">
          <ac:chgData name="Teena Sharma" userId="dcb60f0d-6c15-4987-8821-0c571d033c21" providerId="ADAL" clId="{98A97512-4555-4F9D-80A9-C2ECE69E8812}" dt="2026-03-12T13:26:15.428" v="190" actId="20577"/>
          <ac:spMkLst>
            <pc:docMk/>
            <pc:sldMk cId="2782198134" sldId="575"/>
            <ac:spMk id="2" creationId="{56BFD1A3-5B60-8A3A-F97E-BFFA2CFDD522}"/>
          </ac:spMkLst>
        </pc:spChg>
      </pc:sldChg>
      <pc:sldMasterChg chg="setBg delSldLayout modSldLayout">
        <pc:chgData name="Teena Sharma" userId="dcb60f0d-6c15-4987-8821-0c571d033c21" providerId="ADAL" clId="{98A97512-4555-4F9D-80A9-C2ECE69E8812}" dt="2026-03-12T13:23:51.560" v="37" actId="47"/>
        <pc:sldMasterMkLst>
          <pc:docMk/>
          <pc:sldMasterMk cId="0" sldId="2147483659"/>
        </pc:sldMasterMkLst>
        <pc:sldLayoutChg chg="setBg">
          <pc:chgData name="Teena Sharma" userId="dcb60f0d-6c15-4987-8821-0c571d033c21" providerId="ADAL" clId="{98A97512-4555-4F9D-80A9-C2ECE69E8812}" dt="2026-03-12T13:23:27.494" v="2"/>
          <pc:sldLayoutMkLst>
            <pc:docMk/>
            <pc:sldMasterMk cId="0" sldId="2147483659"/>
            <pc:sldLayoutMk cId="0" sldId="2147483649"/>
          </pc:sldLayoutMkLst>
        </pc:sldLayoutChg>
        <pc:sldLayoutChg chg="setBg">
          <pc:chgData name="Teena Sharma" userId="dcb60f0d-6c15-4987-8821-0c571d033c21" providerId="ADAL" clId="{98A97512-4555-4F9D-80A9-C2ECE69E8812}" dt="2026-03-12T13:23:27.494" v="2"/>
          <pc:sldLayoutMkLst>
            <pc:docMk/>
            <pc:sldMasterMk cId="0" sldId="2147483659"/>
            <pc:sldLayoutMk cId="0" sldId="2147483650"/>
          </pc:sldLayoutMkLst>
        </pc:sldLayoutChg>
        <pc:sldLayoutChg chg="setBg">
          <pc:chgData name="Teena Sharma" userId="dcb60f0d-6c15-4987-8821-0c571d033c21" providerId="ADAL" clId="{98A97512-4555-4F9D-80A9-C2ECE69E8812}" dt="2026-03-12T13:23:27.494" v="2"/>
          <pc:sldLayoutMkLst>
            <pc:docMk/>
            <pc:sldMasterMk cId="0" sldId="2147483659"/>
            <pc:sldLayoutMk cId="0" sldId="2147483657"/>
          </pc:sldLayoutMkLst>
        </pc:sldLayoutChg>
        <pc:sldLayoutChg chg="setBg">
          <pc:chgData name="Teena Sharma" userId="dcb60f0d-6c15-4987-8821-0c571d033c21" providerId="ADAL" clId="{98A97512-4555-4F9D-80A9-C2ECE69E8812}" dt="2026-03-12T13:23:27.494" v="2"/>
          <pc:sldLayoutMkLst>
            <pc:docMk/>
            <pc:sldMasterMk cId="0" sldId="2147483659"/>
            <pc:sldLayoutMk cId="1003168825" sldId="2147483660"/>
          </pc:sldLayoutMkLst>
        </pc:sldLayoutChg>
        <pc:sldLayoutChg chg="del setBg">
          <pc:chgData name="Teena Sharma" userId="dcb60f0d-6c15-4987-8821-0c571d033c21" providerId="ADAL" clId="{98A97512-4555-4F9D-80A9-C2ECE69E8812}" dt="2026-03-12T13:23:51.560" v="37" actId="47"/>
          <pc:sldLayoutMkLst>
            <pc:docMk/>
            <pc:sldMasterMk cId="0" sldId="2147483659"/>
            <pc:sldLayoutMk cId="1859505144" sldId="2147483661"/>
          </pc:sldLayoutMkLst>
        </pc:sldLayoutChg>
        <pc:sldLayoutChg chg="del setBg">
          <pc:chgData name="Teena Sharma" userId="dcb60f0d-6c15-4987-8821-0c571d033c21" providerId="ADAL" clId="{98A97512-4555-4F9D-80A9-C2ECE69E8812}" dt="2026-03-12T13:23:51.560" v="37" actId="47"/>
          <pc:sldLayoutMkLst>
            <pc:docMk/>
            <pc:sldMasterMk cId="0" sldId="2147483659"/>
            <pc:sldLayoutMk cId="3212493543" sldId="2147483662"/>
          </pc:sldLayoutMkLst>
        </pc:sldLayoutChg>
        <pc:sldLayoutChg chg="setBg">
          <pc:chgData name="Teena Sharma" userId="dcb60f0d-6c15-4987-8821-0c571d033c21" providerId="ADAL" clId="{98A97512-4555-4F9D-80A9-C2ECE69E8812}" dt="2026-03-12T13:23:27.494" v="2"/>
          <pc:sldLayoutMkLst>
            <pc:docMk/>
            <pc:sldMasterMk cId="0" sldId="2147483659"/>
            <pc:sldLayoutMk cId="2525122521" sldId="2147483663"/>
          </pc:sldLayoutMkLst>
        </pc:sldLayout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6">
          <a:extLst>
            <a:ext uri="{FF2B5EF4-FFF2-40B4-BE49-F238E27FC236}">
              <a16:creationId xmlns:a16="http://schemas.microsoft.com/office/drawing/2014/main" id="{6D6F4C5A-0F16-CAEB-F9A0-89E07EFC72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2b9728a67a9_0_0:notes">
            <a:extLst>
              <a:ext uri="{FF2B5EF4-FFF2-40B4-BE49-F238E27FC236}">
                <a16:creationId xmlns:a16="http://schemas.microsoft.com/office/drawing/2014/main" id="{D6E07447-48E4-F260-B870-FFDC4E2B1B5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" name="Google Shape;98;g2b9728a67a9_0_0:notes">
            <a:extLst>
              <a:ext uri="{FF2B5EF4-FFF2-40B4-BE49-F238E27FC236}">
                <a16:creationId xmlns:a16="http://schemas.microsoft.com/office/drawing/2014/main" id="{7E91C570-1A55-E508-774F-CB038559387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b="0" dirty="0"/>
          </a:p>
        </p:txBody>
      </p:sp>
    </p:spTree>
    <p:extLst>
      <p:ext uri="{BB962C8B-B14F-4D97-AF65-F5344CB8AC3E}">
        <p14:creationId xmlns:p14="http://schemas.microsoft.com/office/powerpoint/2010/main" val="284443048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PyTorch Tensor.view docs: https://docs.pytorch.org/docs/stable/generated/torch.Tensor.view.html
- PyTorch Tensor.reshape docs: https://docs.pytorch.org/docs/stable/generated/torch.Tensor.reshape.html
- PyTorch unsqueeze docs: https://docs.pytorch.org/docs/stable/generated/torch.unsqueeze.html
- PyTorch squeeze docs: https://docs.pytorch.org/docs/stable/generated/torch.squeeze.html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PyTorch permute docs: https://docs.pytorch.org/docs/stable/generated/torch.permute.html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4">
          <a:extLst>
            <a:ext uri="{FF2B5EF4-FFF2-40B4-BE49-F238E27FC236}">
              <a16:creationId xmlns:a16="http://schemas.microsoft.com/office/drawing/2014/main" id="{A091D6EE-AD7C-B43E-6EBF-0B4A5C39F7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g2c7c36cb48a_0_385:notes">
            <a:extLst>
              <a:ext uri="{FF2B5EF4-FFF2-40B4-BE49-F238E27FC236}">
                <a16:creationId xmlns:a16="http://schemas.microsoft.com/office/drawing/2014/main" id="{C1AC57D6-B898-DA50-56B9-B0E81946F74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6" name="Google Shape;226;g2c7c36cb48a_0_385:notes">
            <a:extLst>
              <a:ext uri="{FF2B5EF4-FFF2-40B4-BE49-F238E27FC236}">
                <a16:creationId xmlns:a16="http://schemas.microsoft.com/office/drawing/2014/main" id="{9983218A-2FFB-E795-496F-E2CADAA5A7C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55788492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grpSp>
        <p:nvGrpSpPr>
          <p:cNvPr id="14" name="Google Shape;14;p3"/>
          <p:cNvGrpSpPr/>
          <p:nvPr/>
        </p:nvGrpSpPr>
        <p:grpSpPr>
          <a:xfrm>
            <a:off x="120215" y="4919656"/>
            <a:ext cx="457214" cy="137173"/>
            <a:chOff x="50186" y="6314714"/>
            <a:chExt cx="977580" cy="288300"/>
          </a:xfrm>
        </p:grpSpPr>
        <p:sp>
          <p:nvSpPr>
            <p:cNvPr id="15" name="Google Shape;15;p3"/>
            <p:cNvSpPr/>
            <p:nvPr/>
          </p:nvSpPr>
          <p:spPr>
            <a:xfrm>
              <a:off x="394826" y="6314714"/>
              <a:ext cx="288300" cy="288300"/>
            </a:xfrm>
            <a:prstGeom prst="ellipse">
              <a:avLst/>
            </a:prstGeom>
            <a:solidFill>
              <a:srgbClr val="EB343A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1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" name="Google Shape;16;p3"/>
            <p:cNvSpPr/>
            <p:nvPr/>
          </p:nvSpPr>
          <p:spPr>
            <a:xfrm>
              <a:off x="739466" y="6314714"/>
              <a:ext cx="288300" cy="288300"/>
            </a:xfrm>
            <a:prstGeom prst="ellipse">
              <a:avLst/>
            </a:prstGeom>
            <a:solidFill>
              <a:srgbClr val="C0AE00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1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" name="Google Shape;17;p3"/>
            <p:cNvSpPr/>
            <p:nvPr/>
          </p:nvSpPr>
          <p:spPr>
            <a:xfrm>
              <a:off x="50186" y="6314714"/>
              <a:ext cx="288300" cy="288300"/>
            </a:xfrm>
            <a:prstGeom prst="ellipse">
              <a:avLst/>
            </a:prstGeom>
            <a:solidFill>
              <a:srgbClr val="1D466B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1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18" name="Google Shape;18;p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360201" y="246300"/>
            <a:ext cx="472100" cy="47690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4"/>
          <p:cNvSpPr txBox="1">
            <a:spLocks noGrp="1"/>
          </p:cNvSpPr>
          <p:nvPr>
            <p:ph type="title"/>
          </p:nvPr>
        </p:nvSpPr>
        <p:spPr>
          <a:xfrm>
            <a:off x="311700" y="207100"/>
            <a:ext cx="8520600" cy="555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1D466B"/>
              </a:buClr>
              <a:buSzPts val="2400"/>
              <a:buNone/>
              <a:defRPr>
                <a:solidFill>
                  <a:srgbClr val="1D466B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4"/>
          <p:cNvSpPr txBox="1">
            <a:spLocks noGrp="1"/>
          </p:cNvSpPr>
          <p:nvPr>
            <p:ph type="body" idx="1"/>
          </p:nvPr>
        </p:nvSpPr>
        <p:spPr>
          <a:xfrm>
            <a:off x="311700" y="1056538"/>
            <a:ext cx="8520600" cy="351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23850"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1pPr>
            <a:lvl2pPr marL="914400" lvl="1" indent="-311150">
              <a:spcBef>
                <a:spcPts val="0"/>
              </a:spcBef>
              <a:spcAft>
                <a:spcPts val="0"/>
              </a:spcAft>
              <a:buSzPts val="1300"/>
              <a:buChar char="○"/>
              <a:defRPr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>
            <a:endParaRPr/>
          </a:p>
        </p:txBody>
      </p:sp>
      <p:sp>
        <p:nvSpPr>
          <p:cNvPr id="22" name="Google Shape;22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 sz="900"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>
              <a:buNone/>
              <a:defRPr sz="900"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lvl="2">
              <a:buNone/>
              <a:defRPr sz="900"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lvl="3">
              <a:buNone/>
              <a:defRPr sz="900"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lvl="4">
              <a:buNone/>
              <a:defRPr sz="900"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lvl="5">
              <a:buNone/>
              <a:defRPr sz="900"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lvl="6">
              <a:buNone/>
              <a:defRPr sz="900"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lvl="7">
              <a:buNone/>
              <a:defRPr sz="900"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lvl="8">
              <a:buNone/>
              <a:defRPr sz="900"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grpSp>
        <p:nvGrpSpPr>
          <p:cNvPr id="23" name="Google Shape;23;p4"/>
          <p:cNvGrpSpPr/>
          <p:nvPr/>
        </p:nvGrpSpPr>
        <p:grpSpPr>
          <a:xfrm>
            <a:off x="120215" y="4919656"/>
            <a:ext cx="457214" cy="137173"/>
            <a:chOff x="50186" y="6314714"/>
            <a:chExt cx="977580" cy="288300"/>
          </a:xfrm>
        </p:grpSpPr>
        <p:sp>
          <p:nvSpPr>
            <p:cNvPr id="24" name="Google Shape;24;p4"/>
            <p:cNvSpPr/>
            <p:nvPr/>
          </p:nvSpPr>
          <p:spPr>
            <a:xfrm>
              <a:off x="394826" y="6314714"/>
              <a:ext cx="288300" cy="288300"/>
            </a:xfrm>
            <a:prstGeom prst="ellipse">
              <a:avLst/>
            </a:prstGeom>
            <a:solidFill>
              <a:srgbClr val="EB343A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1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" name="Google Shape;25;p4"/>
            <p:cNvSpPr/>
            <p:nvPr/>
          </p:nvSpPr>
          <p:spPr>
            <a:xfrm>
              <a:off x="739466" y="6314714"/>
              <a:ext cx="288300" cy="288300"/>
            </a:xfrm>
            <a:prstGeom prst="ellipse">
              <a:avLst/>
            </a:prstGeom>
            <a:solidFill>
              <a:srgbClr val="C0AE00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1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" name="Google Shape;26;p4"/>
            <p:cNvSpPr/>
            <p:nvPr/>
          </p:nvSpPr>
          <p:spPr>
            <a:xfrm>
              <a:off x="50186" y="6314714"/>
              <a:ext cx="288300" cy="288300"/>
            </a:xfrm>
            <a:prstGeom prst="ellipse">
              <a:avLst/>
            </a:prstGeom>
            <a:solidFill>
              <a:srgbClr val="1D466B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1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27" name="Google Shape;27;p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360201" y="246300"/>
            <a:ext cx="472100" cy="47690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82" name="Google Shape;82;p11"/>
          <p:cNvSpPr txBox="1">
            <a:spLocks noGrp="1"/>
          </p:cNvSpPr>
          <p:nvPr>
            <p:ph type="body" idx="1"/>
          </p:nvPr>
        </p:nvSpPr>
        <p:spPr>
          <a:xfrm>
            <a:off x="311700" y="3069625"/>
            <a:ext cx="8520600" cy="1383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23850" algn="ctr"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1pPr>
            <a:lvl2pPr marL="914400" lvl="1" indent="-311150" algn="ctr">
              <a:spcBef>
                <a:spcPts val="0"/>
              </a:spcBef>
              <a:spcAft>
                <a:spcPts val="0"/>
              </a:spcAft>
              <a:buSzPts val="1300"/>
              <a:buChar char="○"/>
              <a:defRPr/>
            </a:lvl2pPr>
            <a:lvl3pPr marL="1371600" lvl="2" indent="-304800" algn="ctr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marL="1828800" lvl="3" indent="-298450" algn="ctr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2100" algn="ctr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marL="2743200" lvl="5" indent="-292100" algn="ctr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marL="3200400" lvl="6" indent="-292100" algn="ctr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marL="3657600" lvl="7" indent="-292100" algn="ctr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marL="4114800" lvl="8" indent="-292100" algn="ctr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>
            <a:endParaRPr/>
          </a:p>
        </p:txBody>
      </p:sp>
      <p:sp>
        <p:nvSpPr>
          <p:cNvPr id="83" name="Google Shape;83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 sz="900"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>
              <a:buNone/>
              <a:defRPr sz="900"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lvl="2">
              <a:buNone/>
              <a:defRPr sz="900"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lvl="3">
              <a:buNone/>
              <a:defRPr sz="900"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lvl="4">
              <a:buNone/>
              <a:defRPr sz="900"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lvl="5">
              <a:buNone/>
              <a:defRPr sz="900"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lvl="6">
              <a:buNone/>
              <a:defRPr sz="900"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lvl="7">
              <a:buNone/>
              <a:defRPr sz="900"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lvl="8">
              <a:buNone/>
              <a:defRPr sz="900"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grpSp>
        <p:nvGrpSpPr>
          <p:cNvPr id="84" name="Google Shape;84;p11"/>
          <p:cNvGrpSpPr/>
          <p:nvPr/>
        </p:nvGrpSpPr>
        <p:grpSpPr>
          <a:xfrm>
            <a:off x="120215" y="4919656"/>
            <a:ext cx="457214" cy="137173"/>
            <a:chOff x="50186" y="6314714"/>
            <a:chExt cx="977580" cy="288300"/>
          </a:xfrm>
        </p:grpSpPr>
        <p:sp>
          <p:nvSpPr>
            <p:cNvPr id="85" name="Google Shape;85;p11"/>
            <p:cNvSpPr/>
            <p:nvPr/>
          </p:nvSpPr>
          <p:spPr>
            <a:xfrm>
              <a:off x="394826" y="6314714"/>
              <a:ext cx="288300" cy="288300"/>
            </a:xfrm>
            <a:prstGeom prst="ellipse">
              <a:avLst/>
            </a:prstGeom>
            <a:solidFill>
              <a:srgbClr val="EB343A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1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6" name="Google Shape;86;p11"/>
            <p:cNvSpPr/>
            <p:nvPr/>
          </p:nvSpPr>
          <p:spPr>
            <a:xfrm>
              <a:off x="739466" y="6314714"/>
              <a:ext cx="288300" cy="288300"/>
            </a:xfrm>
            <a:prstGeom prst="ellipse">
              <a:avLst/>
            </a:prstGeom>
            <a:solidFill>
              <a:srgbClr val="C0AE00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1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7" name="Google Shape;87;p11"/>
            <p:cNvSpPr/>
            <p:nvPr/>
          </p:nvSpPr>
          <p:spPr>
            <a:xfrm>
              <a:off x="50186" y="6314714"/>
              <a:ext cx="288300" cy="288300"/>
            </a:xfrm>
            <a:prstGeom prst="ellipse">
              <a:avLst/>
            </a:prstGeom>
            <a:solidFill>
              <a:srgbClr val="1D466B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1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88" name="Google Shape;88;p1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360201" y="246300"/>
            <a:ext cx="472100" cy="47690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 slid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0" y="875425"/>
            <a:ext cx="8520600" cy="1526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 b="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401525"/>
            <a:ext cx="8520600" cy="600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466B"/>
              </a:buClr>
              <a:buSzPts val="2400"/>
              <a:buFont typeface="Helvetica Neue"/>
              <a:buNone/>
              <a:defRPr sz="2400" b="1">
                <a:solidFill>
                  <a:srgbClr val="1D466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00316882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 column text"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7"/>
          <p:cNvSpPr txBox="1">
            <a:spLocks noGrp="1"/>
          </p:cNvSpPr>
          <p:nvPr>
            <p:ph type="body" idx="1"/>
          </p:nvPr>
        </p:nvSpPr>
        <p:spPr>
          <a:xfrm>
            <a:off x="311700" y="1208738"/>
            <a:ext cx="4270500" cy="3360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23850"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1pPr>
            <a:lvl2pPr marL="914400" lvl="1" indent="-311150">
              <a:spcBef>
                <a:spcPts val="0"/>
              </a:spcBef>
              <a:spcAft>
                <a:spcPts val="0"/>
              </a:spcAft>
              <a:buSzPts val="1300"/>
              <a:buChar char="○"/>
              <a:defRPr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 sz="900"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>
              <a:buNone/>
              <a:defRPr sz="900"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lvl="2">
              <a:buNone/>
              <a:defRPr sz="900"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lvl="3">
              <a:buNone/>
              <a:defRPr sz="900"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lvl="4">
              <a:buNone/>
              <a:defRPr sz="900"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lvl="5">
              <a:buNone/>
              <a:defRPr sz="900"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lvl="6">
              <a:buNone/>
              <a:defRPr sz="900"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lvl="7">
              <a:buNone/>
              <a:defRPr sz="900"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lvl="8">
              <a:buNone/>
              <a:defRPr sz="900"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grpSp>
        <p:nvGrpSpPr>
          <p:cNvPr id="49" name="Google Shape;49;p7"/>
          <p:cNvGrpSpPr/>
          <p:nvPr/>
        </p:nvGrpSpPr>
        <p:grpSpPr>
          <a:xfrm>
            <a:off x="120215" y="4919656"/>
            <a:ext cx="457214" cy="137173"/>
            <a:chOff x="50186" y="6314714"/>
            <a:chExt cx="977580" cy="288300"/>
          </a:xfrm>
        </p:grpSpPr>
        <p:sp>
          <p:nvSpPr>
            <p:cNvPr id="50" name="Google Shape;50;p7"/>
            <p:cNvSpPr/>
            <p:nvPr/>
          </p:nvSpPr>
          <p:spPr>
            <a:xfrm>
              <a:off x="394826" y="6314714"/>
              <a:ext cx="288300" cy="288300"/>
            </a:xfrm>
            <a:prstGeom prst="ellipse">
              <a:avLst/>
            </a:prstGeom>
            <a:solidFill>
              <a:srgbClr val="EB343A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1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" name="Google Shape;51;p7"/>
            <p:cNvSpPr/>
            <p:nvPr/>
          </p:nvSpPr>
          <p:spPr>
            <a:xfrm>
              <a:off x="739466" y="6314714"/>
              <a:ext cx="288300" cy="288300"/>
            </a:xfrm>
            <a:prstGeom prst="ellipse">
              <a:avLst/>
            </a:prstGeom>
            <a:solidFill>
              <a:srgbClr val="C0AE00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1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" name="Google Shape;52;p7"/>
            <p:cNvSpPr/>
            <p:nvPr/>
          </p:nvSpPr>
          <p:spPr>
            <a:xfrm>
              <a:off x="50186" y="6314714"/>
              <a:ext cx="288300" cy="288300"/>
            </a:xfrm>
            <a:prstGeom prst="ellipse">
              <a:avLst/>
            </a:prstGeom>
            <a:solidFill>
              <a:srgbClr val="1D466B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1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53" name="Google Shape;53;p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360201" y="246300"/>
            <a:ext cx="472100" cy="476907"/>
          </a:xfrm>
          <a:prstGeom prst="rect">
            <a:avLst/>
          </a:prstGeom>
          <a:noFill/>
          <a:ln>
            <a:noFill/>
          </a:ln>
        </p:spPr>
      </p:pic>
      <p:sp>
        <p:nvSpPr>
          <p:cNvPr id="54" name="Google Shape;54;p7"/>
          <p:cNvSpPr txBox="1">
            <a:spLocks noGrp="1"/>
          </p:cNvSpPr>
          <p:nvPr>
            <p:ph type="title"/>
          </p:nvPr>
        </p:nvSpPr>
        <p:spPr>
          <a:xfrm>
            <a:off x="311700" y="88000"/>
            <a:ext cx="4270500" cy="793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1D466B"/>
              </a:buClr>
              <a:buSzPts val="2400"/>
              <a:buNone/>
              <a:defRPr>
                <a:solidFill>
                  <a:srgbClr val="1D466B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52512252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700387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bg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1D466B"/>
              </a:buClr>
              <a:buSzPts val="2400"/>
              <a:buFont typeface="Helvetica Neue"/>
              <a:buNone/>
              <a:defRPr sz="2400" b="1">
                <a:solidFill>
                  <a:srgbClr val="1D466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238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500"/>
              <a:buFont typeface="Helvetica Neue"/>
              <a:buChar char="●"/>
              <a:defRPr sz="1500">
                <a:solidFill>
                  <a:srgbClr val="43434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914400" lvl="1" indent="-3111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300"/>
              <a:buFont typeface="Helvetica Neue"/>
              <a:buChar char="○"/>
              <a:defRPr sz="1300">
                <a:solidFill>
                  <a:srgbClr val="43434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371600" lvl="2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Helvetica Neue"/>
              <a:buChar char="■"/>
              <a:defRPr sz="1200">
                <a:solidFill>
                  <a:srgbClr val="43434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828800" lvl="3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100"/>
              <a:buFont typeface="Helvetica Neue"/>
              <a:buChar char="●"/>
              <a:defRPr sz="1100">
                <a:solidFill>
                  <a:srgbClr val="43434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286000" lvl="4" indent="-2921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000"/>
              <a:buFont typeface="Helvetica Neue"/>
              <a:buChar char="○"/>
              <a:defRPr sz="1000">
                <a:solidFill>
                  <a:srgbClr val="43434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743200" lvl="5" indent="-2921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000"/>
              <a:buFont typeface="Helvetica Neue"/>
              <a:buChar char="■"/>
              <a:defRPr sz="1000">
                <a:solidFill>
                  <a:srgbClr val="43434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3200400" lvl="6" indent="-2921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000"/>
              <a:buFont typeface="Helvetica Neue"/>
              <a:buChar char="●"/>
              <a:defRPr sz="1000">
                <a:solidFill>
                  <a:srgbClr val="43434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3657600" lvl="7" indent="-2921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000"/>
              <a:buFont typeface="Helvetica Neue"/>
              <a:buChar char="○"/>
              <a:defRPr sz="1000">
                <a:solidFill>
                  <a:srgbClr val="43434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4114800" lvl="8" indent="-2921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000"/>
              <a:buFont typeface="Helvetica Neue"/>
              <a:buChar char="■"/>
              <a:defRPr sz="1000">
                <a:solidFill>
                  <a:srgbClr val="43434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7" r:id="rId3"/>
    <p:sldLayoutId id="2147483660" r:id="rId4"/>
    <p:sldLayoutId id="2147483663" r:id="rId5"/>
    <p:sldLayoutId id="2147483664" r:id="rId6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9">
          <a:extLst>
            <a:ext uri="{FF2B5EF4-FFF2-40B4-BE49-F238E27FC236}">
              <a16:creationId xmlns:a16="http://schemas.microsoft.com/office/drawing/2014/main" id="{7F8CCE8A-313F-6E36-7C5B-32B2DCBCB2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B94CAC84-5A4B-F67B-5393-ADA47A8208BD}"/>
              </a:ext>
            </a:extLst>
          </p:cNvPr>
          <p:cNvSpPr/>
          <p:nvPr/>
        </p:nvSpPr>
        <p:spPr>
          <a:xfrm>
            <a:off x="0" y="0"/>
            <a:ext cx="9144000" cy="210172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200" dirty="0">
              <a:latin typeface="Aptos Display" panose="020B0004020202020204" pitchFamily="34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9CB5876-1344-2B3D-88CD-A01C4EB051A6}"/>
              </a:ext>
            </a:extLst>
          </p:cNvPr>
          <p:cNvSpPr/>
          <p:nvPr/>
        </p:nvSpPr>
        <p:spPr>
          <a:xfrm>
            <a:off x="0" y="5103529"/>
            <a:ext cx="9144000" cy="67092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500" dirty="0">
              <a:latin typeface="Aptos Display" panose="020B0004020202020204" pitchFamily="34" charset="0"/>
            </a:endParaRPr>
          </a:p>
        </p:txBody>
      </p:sp>
      <p:sp>
        <p:nvSpPr>
          <p:cNvPr id="10" name="Google Shape;100;p13">
            <a:extLst>
              <a:ext uri="{FF2B5EF4-FFF2-40B4-BE49-F238E27FC236}">
                <a16:creationId xmlns:a16="http://schemas.microsoft.com/office/drawing/2014/main" id="{11AC39AB-8187-B2C4-BCE2-25603F316607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311700" y="875425"/>
            <a:ext cx="8520600" cy="1526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chemeClr val="tx1"/>
                </a:solidFill>
                <a:latin typeface="Aptos Display" panose="020B0004020202020204" pitchFamily="34" charset="0"/>
              </a:rPr>
              <a:t>NPTEL</a:t>
            </a:r>
            <a:endParaRPr dirty="0">
              <a:solidFill>
                <a:schemeClr val="tx1"/>
              </a:solidFill>
              <a:latin typeface="Aptos Display" panose="020B0004020202020204" pitchFamily="34" charset="0"/>
            </a:endParaRPr>
          </a:p>
        </p:txBody>
      </p:sp>
      <p:sp>
        <p:nvSpPr>
          <p:cNvPr id="11" name="Google Shape;101;p13">
            <a:extLst>
              <a:ext uri="{FF2B5EF4-FFF2-40B4-BE49-F238E27FC236}">
                <a16:creationId xmlns:a16="http://schemas.microsoft.com/office/drawing/2014/main" id="{9BC1CA05-7B56-F729-7729-976FFD62408E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311700" y="2401525"/>
            <a:ext cx="8520600" cy="600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/>
            <a:r>
              <a:rPr lang="en" dirty="0">
                <a:solidFill>
                  <a:schemeClr val="tx1"/>
                </a:solidFill>
                <a:latin typeface="Aptos Display" panose="020B0004020202020204" pitchFamily="34" charset="0"/>
              </a:rPr>
              <a:t>Applied Accelerated Artificial Intelligence</a:t>
            </a:r>
            <a:endParaRPr dirty="0">
              <a:solidFill>
                <a:schemeClr val="tx1"/>
              </a:solidFill>
              <a:latin typeface="Aptos Display" panose="020B0004020202020204" pitchFamily="34" charset="0"/>
            </a:endParaRPr>
          </a:p>
        </p:txBody>
      </p:sp>
      <p:cxnSp>
        <p:nvCxnSpPr>
          <p:cNvPr id="13" name="Google Shape;103;p13">
            <a:extLst>
              <a:ext uri="{FF2B5EF4-FFF2-40B4-BE49-F238E27FC236}">
                <a16:creationId xmlns:a16="http://schemas.microsoft.com/office/drawing/2014/main" id="{8F67DB8A-D21C-4952-D794-E5E62719C58A}"/>
              </a:ext>
            </a:extLst>
          </p:cNvPr>
          <p:cNvCxnSpPr/>
          <p:nvPr/>
        </p:nvCxnSpPr>
        <p:spPr>
          <a:xfrm>
            <a:off x="790550" y="4169500"/>
            <a:ext cx="72531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4" name="Google Shape;104;p13">
            <a:extLst>
              <a:ext uri="{FF2B5EF4-FFF2-40B4-BE49-F238E27FC236}">
                <a16:creationId xmlns:a16="http://schemas.microsoft.com/office/drawing/2014/main" id="{60B22ADA-D87B-5B41-C735-9F7F595D022A}"/>
              </a:ext>
            </a:extLst>
          </p:cNvPr>
          <p:cNvSpPr txBox="1">
            <a:spLocks/>
          </p:cNvSpPr>
          <p:nvPr/>
        </p:nvSpPr>
        <p:spPr>
          <a:xfrm>
            <a:off x="311700" y="3315925"/>
            <a:ext cx="8520600" cy="6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2385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466B"/>
              </a:buClr>
              <a:buSzPts val="2400"/>
              <a:buFont typeface="Helvetica Neue"/>
              <a:buNone/>
              <a:defRPr sz="2400" b="1" i="0" u="none" strike="noStrike" cap="none">
                <a:solidFill>
                  <a:srgbClr val="1D466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914400" marR="0" lvl="1" indent="-31115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800"/>
              <a:buFont typeface="Helvetica Neue"/>
              <a:buNone/>
              <a:defRPr sz="2800" b="0" i="0" u="none" strike="noStrike" cap="none">
                <a:solidFill>
                  <a:srgbClr val="43434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371600" marR="0" lvl="2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800"/>
              <a:buFont typeface="Helvetica Neue"/>
              <a:buNone/>
              <a:defRPr sz="2800" b="0" i="0" u="none" strike="noStrike" cap="none">
                <a:solidFill>
                  <a:srgbClr val="43434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828800" marR="0" lvl="3" indent="-29845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800"/>
              <a:buFont typeface="Helvetica Neue"/>
              <a:buNone/>
              <a:defRPr sz="2800" b="0" i="0" u="none" strike="noStrike" cap="none">
                <a:solidFill>
                  <a:srgbClr val="43434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286000" marR="0" lvl="4" indent="-2921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800"/>
              <a:buFont typeface="Helvetica Neue"/>
              <a:buNone/>
              <a:defRPr sz="2800" b="0" i="0" u="none" strike="noStrike" cap="none">
                <a:solidFill>
                  <a:srgbClr val="43434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743200" marR="0" lvl="5" indent="-2921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800"/>
              <a:buFont typeface="Helvetica Neue"/>
              <a:buNone/>
              <a:defRPr sz="2800" b="0" i="0" u="none" strike="noStrike" cap="none">
                <a:solidFill>
                  <a:srgbClr val="43434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3200400" marR="0" lvl="6" indent="-2921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800"/>
              <a:buFont typeface="Helvetica Neue"/>
              <a:buNone/>
              <a:defRPr sz="2800" b="0" i="0" u="none" strike="noStrike" cap="none">
                <a:solidFill>
                  <a:srgbClr val="43434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3657600" marR="0" lvl="7" indent="-2921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800"/>
              <a:buFont typeface="Helvetica Neue"/>
              <a:buNone/>
              <a:defRPr sz="2800" b="0" i="0" u="none" strike="noStrike" cap="none">
                <a:solidFill>
                  <a:srgbClr val="43434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4114800" marR="0" lvl="8" indent="-2921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800"/>
              <a:buFont typeface="Helvetica Neue"/>
              <a:buNone/>
              <a:defRPr sz="2800" b="0" i="0" u="none" strike="noStrike" cap="none">
                <a:solidFill>
                  <a:srgbClr val="43434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marL="0" indent="0"/>
            <a:r>
              <a:rPr lang="en-US" sz="1200" b="0" dirty="0">
                <a:solidFill>
                  <a:schemeClr val="tx1"/>
                </a:solidFill>
                <a:latin typeface="Aptos Display" panose="020B0004020202020204" pitchFamily="34" charset="0"/>
              </a:rPr>
              <a:t>Instructor: Dr. Satyajit Das</a:t>
            </a:r>
          </a:p>
          <a:p>
            <a:pPr marL="0" indent="0"/>
            <a:r>
              <a:rPr lang="en-US" sz="1200" b="0" dirty="0">
                <a:solidFill>
                  <a:schemeClr val="tx1"/>
                </a:solidFill>
                <a:latin typeface="Aptos Display" panose="020B0004020202020204" pitchFamily="34" charset="0"/>
              </a:rPr>
              <a:t>Dept. of Computer Science and Engineering</a:t>
            </a:r>
          </a:p>
          <a:p>
            <a:pPr marL="0" indent="0"/>
            <a:r>
              <a:rPr lang="en-US" sz="1200" b="0" dirty="0">
                <a:solidFill>
                  <a:schemeClr val="tx1"/>
                </a:solidFill>
                <a:latin typeface="Aptos Display" panose="020B0004020202020204" pitchFamily="34" charset="0"/>
              </a:rPr>
              <a:t>Indian Institute of Technology Guwahati, Assam, India</a:t>
            </a:r>
          </a:p>
        </p:txBody>
      </p:sp>
      <p:pic>
        <p:nvPicPr>
          <p:cNvPr id="15" name="Picture 14" descr="A logo with a symbol in the middle  AI-generated content may be incorrect.">
            <a:extLst>
              <a:ext uri="{FF2B5EF4-FFF2-40B4-BE49-F238E27FC236}">
                <a16:creationId xmlns:a16="http://schemas.microsoft.com/office/drawing/2014/main" id="{A76A753D-76B9-B3B1-958A-E7E9C98CF92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5824" y="275125"/>
            <a:ext cx="1512351" cy="1526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109621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G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1"/>
          <p:cNvSpPr/>
          <p:nvPr/>
        </p:nvSpPr>
        <p:spPr>
          <a:xfrm>
            <a:off x="0" y="0"/>
            <a:ext cx="9144000" cy="210172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rtlCol="0" anchor="ctr"/>
          <a:lstStyle/>
          <a:p>
            <a:endParaRPr lang="en-US" sz="1200" dirty="0"/>
          </a:p>
        </p:txBody>
      </p:sp>
      <p:sp>
        <p:nvSpPr>
          <p:cNvPr id="3" name="R2"/>
          <p:cNvSpPr/>
          <p:nvPr/>
        </p:nvSpPr>
        <p:spPr>
          <a:xfrm>
            <a:off x="0" y="5103529"/>
            <a:ext cx="9144000" cy="67092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rtlCol="0" anchor="ctr"/>
          <a:lstStyle/>
          <a:p>
            <a:endParaRPr lang="en-US" sz="500" dirty="0"/>
          </a:p>
        </p:txBody>
      </p:sp>
      <p:sp>
        <p:nvSpPr>
          <p:cNvPr id="109" name="Ttl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 fontScale="9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100" b="1" dirty="0">
                <a:solidFill>
                  <a:schemeClr val="tx1"/>
                </a:solidFill>
              </a:rPr>
              <a:t>Week 04: PyTorch for Accelerated Training</a:t>
            </a:r>
          </a:p>
          <a:p>
            <a:pPr lvl="0"/>
            <a:r>
              <a:rPr lang="en-US" b="0" dirty="0">
                <a:solidFill>
                  <a:schemeClr val="tx1"/>
                </a:solidFill>
              </a:rPr>
              <a:t>Seg 1: Tensors &amp; Autograd | Seg 2: Building Models with nn.Module | Seg 3: The Training Loop | Seg 4: DataLoader &amp; Data Pipeline | Seg 5: First Steps in Performance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G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1"/>
          <p:cNvSpPr/>
          <p:nvPr/>
        </p:nvSpPr>
        <p:spPr>
          <a:xfrm>
            <a:off x="0" y="0"/>
            <a:ext cx="9144000" cy="210172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rtlCol="0" anchor="ctr"/>
          <a:lstStyle/>
          <a:p>
            <a:endParaRPr lang="en-US" sz="1200" dirty="0"/>
          </a:p>
        </p:txBody>
      </p:sp>
      <p:sp>
        <p:nvSpPr>
          <p:cNvPr id="3" name="R2"/>
          <p:cNvSpPr/>
          <p:nvPr/>
        </p:nvSpPr>
        <p:spPr>
          <a:xfrm>
            <a:off x="0" y="5103529"/>
            <a:ext cx="9144000" cy="67092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rtlCol="0" anchor="ctr"/>
          <a:lstStyle/>
          <a:p>
            <a:endParaRPr lang="en-US" sz="500" dirty="0"/>
          </a:p>
        </p:txBody>
      </p:sp>
      <p:sp>
        <p:nvSpPr>
          <p:cNvPr id="109" name="Ttl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 fontScale="9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100" b="1" dirty="0">
                <a:solidFill>
                  <a:schemeClr val="tx1"/>
                </a:solidFill>
              </a:rPr>
              <a:t>Segment 1: PyTorch Tensors, Autograd &amp; the Computational Graph</a:t>
            </a:r>
          </a:p>
          <a:p>
            <a:pPr lvl="0"/>
            <a:r>
              <a:rPr lang="en-US" b="0" dirty="0">
                <a:solidFill>
                  <a:schemeClr val="tx1"/>
                </a:solidFill>
              </a:rPr>
              <a:t>The mathematical building block of every neural network — and how PyTorch tracks every operation to compute gradients automatically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G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1"/>
          <p:cNvSpPr/>
          <p:nvPr/>
        </p:nvSpPr>
        <p:spPr>
          <a:xfrm>
            <a:off x="0" y="0"/>
            <a:ext cx="9144000" cy="210172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rtlCol="0" anchor="ctr"/>
          <a:lstStyle/>
          <a:p>
            <a:endParaRPr lang="en-US" sz="1200" dirty="0"/>
          </a:p>
        </p:txBody>
      </p:sp>
      <p:sp>
        <p:nvSpPr>
          <p:cNvPr id="3" name="R2"/>
          <p:cNvSpPr/>
          <p:nvPr/>
        </p:nvSpPr>
        <p:spPr>
          <a:xfrm>
            <a:off x="0" y="5103529"/>
            <a:ext cx="9144000" cy="67092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rtlCol="0" anchor="ctr"/>
          <a:lstStyle/>
          <a:p>
            <a:endParaRPr lang="en-US" sz="500" dirty="0"/>
          </a:p>
        </p:txBody>
      </p:sp>
      <p:sp>
        <p:nvSpPr>
          <p:cNvPr id="100" name="Ttl"/>
          <p:cNvSpPr txBox="1">
            <a:spLocks noGrp="1"/>
          </p:cNvSpPr>
          <p:nvPr>
            <p:ph type="title"/>
          </p:nvPr>
        </p:nvSpPr>
        <p:spPr>
          <a:xfrm>
            <a:off x="311700" y="207100"/>
            <a:ext cx="8520600" cy="555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lvl="0" algn="l"/>
            <a:r>
              <a:rPr lang="en-US" b="1" dirty="0">
                <a:solidFill>
                  <a:schemeClr val="tx1"/>
                </a:solidFill>
              </a:rPr>
              <a:t>Learning Objectives — Segment 1</a:t>
            </a:r>
          </a:p>
        </p:txBody>
      </p:sp>
      <p:sp>
        <p:nvSpPr>
          <p:cNvPr id="202" name="N1"/>
          <p:cNvSpPr txBox="1"/>
          <p:nvPr/>
        </p:nvSpPr>
        <p:spPr>
          <a:xfrm>
            <a:off x="366025" y="1149552"/>
            <a:ext cx="371100" cy="35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b="1" dirty="0">
                <a:solidFill>
                  <a:srgbClr val="002060"/>
                </a:solidFill>
                <a:latin typeface="Helvetica Neue"/>
              </a:rPr>
              <a:t>01</a:t>
            </a:r>
          </a:p>
        </p:txBody>
      </p:sp>
      <p:sp>
        <p:nvSpPr>
          <p:cNvPr id="203" name="T1"/>
          <p:cNvSpPr txBox="1"/>
          <p:nvPr/>
        </p:nvSpPr>
        <p:spPr>
          <a:xfrm>
            <a:off x="824742" y="1149552"/>
            <a:ext cx="8000000" cy="35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lvl="0"/>
            <a:r>
              <a:rPr lang="en-US" sz="1500" dirty="0">
                <a:solidFill>
                  <a:schemeClr val="tx1"/>
                </a:solidFill>
                <a:latin typeface="Helvetica Neue"/>
              </a:rPr>
              <a:t>Create tensors of any shape, dtype, and device using torch.tensor, torch.zeros, torch.randn, and torch.arange</a:t>
            </a:r>
          </a:p>
        </p:txBody>
      </p:sp>
      <p:sp>
        <p:nvSpPr>
          <p:cNvPr id="204" name="N2"/>
          <p:cNvSpPr txBox="1"/>
          <p:nvPr/>
        </p:nvSpPr>
        <p:spPr>
          <a:xfrm>
            <a:off x="366025" y="1590779"/>
            <a:ext cx="371100" cy="35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b="1" dirty="0">
                <a:solidFill>
                  <a:srgbClr val="002060"/>
                </a:solidFill>
                <a:latin typeface="Helvetica Neue"/>
              </a:rPr>
              <a:t>02</a:t>
            </a:r>
          </a:p>
        </p:txBody>
      </p:sp>
      <p:sp>
        <p:nvSpPr>
          <p:cNvPr id="205" name="T2"/>
          <p:cNvSpPr txBox="1"/>
          <p:nvPr/>
        </p:nvSpPr>
        <p:spPr>
          <a:xfrm>
            <a:off x="824742" y="1590779"/>
            <a:ext cx="8000000" cy="35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lvl="0"/>
            <a:r>
              <a:rPr lang="en-US" sz="1500" dirty="0">
                <a:solidFill>
                  <a:schemeClr val="tx1"/>
                </a:solidFill>
                <a:latin typeface="Helvetica Neue"/>
              </a:rPr>
              <a:t>Perform arithmetic, broadcasting, slicing, reshaping, and reduction operations on tensors</a:t>
            </a:r>
          </a:p>
        </p:txBody>
      </p:sp>
      <p:sp>
        <p:nvSpPr>
          <p:cNvPr id="206" name="N3"/>
          <p:cNvSpPr txBox="1"/>
          <p:nvPr/>
        </p:nvSpPr>
        <p:spPr>
          <a:xfrm>
            <a:off x="366025" y="2032006"/>
            <a:ext cx="371100" cy="35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b="1" dirty="0">
                <a:solidFill>
                  <a:srgbClr val="002060"/>
                </a:solidFill>
                <a:latin typeface="Helvetica Neue"/>
              </a:rPr>
              <a:t>03</a:t>
            </a:r>
          </a:p>
        </p:txBody>
      </p:sp>
      <p:sp>
        <p:nvSpPr>
          <p:cNvPr id="207" name="T3"/>
          <p:cNvSpPr txBox="1"/>
          <p:nvPr/>
        </p:nvSpPr>
        <p:spPr>
          <a:xfrm>
            <a:off x="824742" y="2032006"/>
            <a:ext cx="8000000" cy="35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lvl="0"/>
            <a:r>
              <a:rPr lang="en-US" sz="1500" dirty="0">
                <a:solidFill>
                  <a:schemeClr val="tx1"/>
                </a:solidFill>
                <a:latin typeface="Helvetica Neue"/>
              </a:rPr>
              <a:t>Explain what requires_grad=True does and how PyTorch builds a dynamic computational graph during the forward pass</a:t>
            </a:r>
          </a:p>
        </p:txBody>
      </p:sp>
      <p:sp>
        <p:nvSpPr>
          <p:cNvPr id="208" name="N4"/>
          <p:cNvSpPr txBox="1"/>
          <p:nvPr/>
        </p:nvSpPr>
        <p:spPr>
          <a:xfrm>
            <a:off x="366025" y="2473233"/>
            <a:ext cx="371100" cy="35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b="1" dirty="0">
                <a:solidFill>
                  <a:srgbClr val="002060"/>
                </a:solidFill>
                <a:latin typeface="Helvetica Neue"/>
              </a:rPr>
              <a:t>04</a:t>
            </a:r>
          </a:p>
        </p:txBody>
      </p:sp>
      <p:sp>
        <p:nvSpPr>
          <p:cNvPr id="209" name="T4"/>
          <p:cNvSpPr txBox="1"/>
          <p:nvPr/>
        </p:nvSpPr>
        <p:spPr>
          <a:xfrm>
            <a:off x="824742" y="2473233"/>
            <a:ext cx="8000000" cy="35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lvl="0"/>
            <a:r>
              <a:rPr lang="en-US" sz="1500" dirty="0">
                <a:solidFill>
                  <a:schemeClr val="tx1"/>
                </a:solidFill>
                <a:latin typeface="Helvetica Neue"/>
              </a:rPr>
              <a:t>Call .backward() on a scalar loss and read per-parameter gradients from .grad attributes</a:t>
            </a:r>
          </a:p>
        </p:txBody>
      </p:sp>
      <p:sp>
        <p:nvSpPr>
          <p:cNvPr id="210" name="N5"/>
          <p:cNvSpPr txBox="1"/>
          <p:nvPr/>
        </p:nvSpPr>
        <p:spPr>
          <a:xfrm>
            <a:off x="366025" y="2914460"/>
            <a:ext cx="371100" cy="35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b="1" dirty="0">
                <a:solidFill>
                  <a:srgbClr val="002060"/>
                </a:solidFill>
                <a:latin typeface="Helvetica Neue"/>
              </a:rPr>
              <a:t>05</a:t>
            </a:r>
          </a:p>
        </p:txBody>
      </p:sp>
      <p:sp>
        <p:nvSpPr>
          <p:cNvPr id="211" name="T5"/>
          <p:cNvSpPr txBox="1"/>
          <p:nvPr/>
        </p:nvSpPr>
        <p:spPr>
          <a:xfrm>
            <a:off x="824742" y="2914460"/>
            <a:ext cx="8000000" cy="35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lvl="0"/>
            <a:r>
              <a:rPr lang="en-US" sz="1500" dirty="0">
                <a:solidFill>
                  <a:schemeClr val="tx1"/>
                </a:solidFill>
                <a:latin typeface="Helvetica Neue"/>
              </a:rPr>
              <a:t>Distinguish between leaf tensors, non-leaf tensors, and detached tensors; understand when to use torch.no_grad()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G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1"/>
          <p:cNvSpPr/>
          <p:nvPr/>
        </p:nvSpPr>
        <p:spPr>
          <a:xfrm>
            <a:off x="0" y="0"/>
            <a:ext cx="9144000" cy="210172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rtlCol="0" anchor="ctr"/>
          <a:lstStyle/>
          <a:p>
            <a:endParaRPr lang="en-US" sz="1200" dirty="0"/>
          </a:p>
        </p:txBody>
      </p:sp>
      <p:sp>
        <p:nvSpPr>
          <p:cNvPr id="3" name="R2"/>
          <p:cNvSpPr/>
          <p:nvPr/>
        </p:nvSpPr>
        <p:spPr>
          <a:xfrm>
            <a:off x="0" y="5103529"/>
            <a:ext cx="9144000" cy="67092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rtlCol="0" anchor="ctr"/>
          <a:lstStyle/>
          <a:p>
            <a:endParaRPr lang="en-US" sz="500" dirty="0"/>
          </a:p>
        </p:txBody>
      </p:sp>
      <p:sp>
        <p:nvSpPr>
          <p:cNvPr id="100" name="Ttl"/>
          <p:cNvSpPr txBox="1">
            <a:spLocks noGrp="1"/>
          </p:cNvSpPr>
          <p:nvPr>
            <p:ph type="title"/>
          </p:nvPr>
        </p:nvSpPr>
        <p:spPr>
          <a:xfrm>
            <a:off x="311700" y="207100"/>
            <a:ext cx="8520600" cy="555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 algn="l"/>
            <a:r>
              <a:rPr lang="en-US" sz="2000" b="1" dirty="0">
                <a:solidFill>
                  <a:schemeClr val="tx1"/>
                </a:solidFill>
              </a:rPr>
              <a:t>PyTorch Tensors: The N-Dimensional Array at the Core of AI</a:t>
            </a:r>
          </a:p>
        </p:txBody>
      </p:sp>
      <p:sp>
        <p:nvSpPr>
          <p:cNvPr id="10" name="L"/>
          <p:cNvSpPr txBox="1"/>
          <p:nvPr/>
        </p:nvSpPr>
        <p:spPr>
          <a:xfrm>
            <a:off x="311700" y="729436"/>
            <a:ext cx="4180000" cy="4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85000" lnSpcReduction="20000"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002060"/>
                </a:solidFill>
                <a:latin typeface="Helvetica Neue"/>
              </a:rPr>
              <a:t>Creating Tensors</a:t>
            </a:r>
          </a:p>
          <a:p>
            <a:pPr marL="285750" indent="-285750">
              <a:buFont typeface="Arial"/>
              <a:buChar char="▸"/>
            </a:pPr>
            <a:r>
              <a:rPr lang="en-US" sz="1250" b="0" dirty="0">
                <a:solidFill>
                  <a:srgbClr val="000000"/>
                </a:solidFill>
                <a:latin typeface="Helvetica Neue"/>
              </a:rPr>
              <a:t>torch.tensor([1,2,3]): from Python list — copies data</a:t>
            </a:r>
          </a:p>
          <a:p>
            <a:pPr marL="285750" indent="-285750">
              <a:buFont typeface="Arial"/>
              <a:buChar char="▸"/>
            </a:pPr>
            <a:r>
              <a:rPr lang="en-US" sz="1250" b="0" dirty="0">
                <a:solidFill>
                  <a:srgbClr val="000000"/>
                </a:solidFill>
                <a:latin typeface="Helvetica Neue"/>
              </a:rPr>
              <a:t>torch.zeros(3, 4): 3×4 matrix of zeros (float32 default)</a:t>
            </a:r>
          </a:p>
          <a:p>
            <a:pPr marL="285750" indent="-285750">
              <a:buFont typeface="Arial"/>
              <a:buChar char="▸"/>
            </a:pPr>
            <a:r>
              <a:rPr lang="en-US" sz="1250" b="0" dirty="0">
                <a:solidFill>
                  <a:srgbClr val="000000"/>
                </a:solidFill>
                <a:latin typeface="Helvetica Neue"/>
              </a:rPr>
              <a:t>torch.ones(2, 3, 4): 2×3×4 tensor of ones</a:t>
            </a:r>
          </a:p>
          <a:p>
            <a:pPr marL="285750" indent="-285750">
              <a:buFont typeface="Arial"/>
              <a:buChar char="▸"/>
            </a:pPr>
            <a:r>
              <a:rPr lang="en-US" sz="1250" b="0" dirty="0">
                <a:solidFill>
                  <a:srgbClr val="000000"/>
                </a:solidFill>
                <a:latin typeface="Helvetica Neue"/>
              </a:rPr>
              <a:t>torch.randn(B, C, H, W): standard normal — used to initialise weights</a:t>
            </a:r>
          </a:p>
          <a:p>
            <a:pPr marL="285750" indent="-285750">
              <a:buFont typeface="Arial"/>
              <a:buChar char="▸"/>
            </a:pPr>
            <a:r>
              <a:rPr lang="en-US" sz="1250" b="0" dirty="0">
                <a:solidFill>
                  <a:srgbClr val="000000"/>
                </a:solidFill>
                <a:latin typeface="Helvetica Neue"/>
              </a:rPr>
              <a:t>torch.arange(0, 10, 2): [0, 2, 4, 6, 8] — like Python range()</a:t>
            </a:r>
          </a:p>
          <a:p>
            <a:pPr marL="285750" indent="-285750">
              <a:buFont typeface="Arial"/>
              <a:buChar char="▸"/>
            </a:pPr>
            <a:r>
              <a:rPr lang="en-US" sz="1250" b="0" dirty="0">
                <a:solidFill>
                  <a:srgbClr val="000000"/>
                </a:solidFill>
                <a:latin typeface="Helvetica Neue"/>
              </a:rPr>
              <a:t>torch.linspace(0, 1, 100): 100 evenly spaced values between 0 and 1</a:t>
            </a:r>
          </a:p>
          <a:p>
            <a:pPr marL="0" indent="0">
              <a:buNone/>
            </a:pPr>
            <a:endParaRPr lang="en-US" sz="600" dirty="0"/>
          </a:p>
          <a:p>
            <a:pPr marL="0" indent="0">
              <a:buNone/>
            </a:pPr>
            <a:r>
              <a:rPr lang="en-US" sz="1400" b="1" dirty="0">
                <a:solidFill>
                  <a:srgbClr val="002060"/>
                </a:solidFill>
                <a:latin typeface="Helvetica Neue"/>
              </a:rPr>
              <a:t>Data Types (dtype)</a:t>
            </a:r>
          </a:p>
          <a:p>
            <a:pPr marL="285750" indent="-285750">
              <a:buFont typeface="Arial"/>
              <a:buChar char="▸"/>
            </a:pPr>
            <a:r>
              <a:rPr lang="en-US" sz="1250" b="0" dirty="0">
                <a:solidFill>
                  <a:srgbClr val="000000"/>
                </a:solidFill>
                <a:latin typeface="Helvetica Neue"/>
              </a:rPr>
              <a:t>torch.float32: default for model weights — 4 bytes per element</a:t>
            </a:r>
          </a:p>
          <a:p>
            <a:pPr marL="285750" indent="-285750">
              <a:buFont typeface="Arial"/>
              <a:buChar char="▸"/>
            </a:pPr>
            <a:r>
              <a:rPr lang="en-US" sz="1250" b="0" dirty="0">
                <a:solidFill>
                  <a:srgbClr val="000000"/>
                </a:solidFill>
                <a:latin typeface="Helvetica Neue"/>
              </a:rPr>
              <a:t>torch.float16 / torch.bfloat16: half precision — for GPU training (2 bytes)</a:t>
            </a:r>
          </a:p>
          <a:p>
            <a:pPr marL="285750" indent="-285750">
              <a:buFont typeface="Arial"/>
              <a:buChar char="▸"/>
            </a:pPr>
            <a:r>
              <a:rPr lang="en-US" sz="1250" b="0" dirty="0">
                <a:solidFill>
                  <a:srgbClr val="000000"/>
                </a:solidFill>
                <a:latin typeface="Helvetica Neue"/>
              </a:rPr>
              <a:t>torch.int64: default for integer tensors — used for class labels and indices</a:t>
            </a:r>
          </a:p>
          <a:p>
            <a:pPr marL="285750" indent="-285750">
              <a:buFont typeface="Arial"/>
              <a:buChar char="▸"/>
            </a:pPr>
            <a:r>
              <a:rPr lang="en-US" sz="1250" b="0" dirty="0">
                <a:solidFill>
                  <a:srgbClr val="000000"/>
                </a:solidFill>
                <a:latin typeface="Helvetica Neue"/>
              </a:rPr>
              <a:t>torch.bool: True/False masks — used in attention masking</a:t>
            </a:r>
          </a:p>
          <a:p>
            <a:pPr marL="285750" indent="-285750">
              <a:buFont typeface="Arial"/>
              <a:buChar char="▸"/>
            </a:pPr>
            <a:r>
              <a:rPr lang="en-US" sz="1250" b="0" dirty="0">
                <a:solidFill>
                  <a:srgbClr val="000000"/>
                </a:solidFill>
                <a:latin typeface="Helvetica Neue"/>
              </a:rPr>
              <a:t>Convert: x.to(torch.float16) or x.float() / x.long() / x.bool()</a:t>
            </a:r>
          </a:p>
          <a:p>
            <a:pPr marL="0" indent="0">
              <a:buNone/>
            </a:pPr>
            <a:endParaRPr lang="en-US" sz="600" dirty="0"/>
          </a:p>
          <a:p>
            <a:pPr marL="0" indent="0">
              <a:buNone/>
            </a:pPr>
            <a:r>
              <a:rPr lang="en-US" sz="1400" b="1" dirty="0">
                <a:solidFill>
                  <a:srgbClr val="002060"/>
                </a:solidFill>
                <a:latin typeface="Helvetica Neue"/>
              </a:rPr>
              <a:t>Device Placement</a:t>
            </a:r>
          </a:p>
          <a:p>
            <a:pPr marL="285750" indent="-285750">
              <a:buFont typeface="Arial"/>
              <a:buChar char="▸"/>
            </a:pPr>
            <a:r>
              <a:rPr lang="en-US" sz="1250" b="0" dirty="0">
                <a:solidFill>
                  <a:srgbClr val="000000"/>
                </a:solidFill>
                <a:latin typeface="Helvetica Neue"/>
              </a:rPr>
              <a:t>x = torch.randn(3,3)  # lives in CPU RAM</a:t>
            </a:r>
          </a:p>
          <a:p>
            <a:pPr marL="285750" indent="-285750">
              <a:buFont typeface="Arial"/>
              <a:buChar char="▸"/>
            </a:pPr>
            <a:r>
              <a:rPr lang="en-US" sz="1250" b="0" dirty="0">
                <a:solidFill>
                  <a:srgbClr val="000000"/>
                </a:solidFill>
                <a:latin typeface="Helvetica Neue"/>
              </a:rPr>
              <a:t>x = x.to('cuda')      # move to GPU HBM — returns NEW tensor</a:t>
            </a:r>
          </a:p>
          <a:p>
            <a:pPr marL="285750" indent="-285750">
              <a:buFont typeface="Arial"/>
              <a:buChar char="▸"/>
            </a:pPr>
            <a:r>
              <a:rPr lang="en-US" sz="1250" b="0" dirty="0">
                <a:solidFill>
                  <a:srgbClr val="000000"/>
                </a:solidFill>
                <a:latin typeface="Helvetica Neue"/>
              </a:rPr>
              <a:t>x = x.cuda()          # shorthand equivalent</a:t>
            </a:r>
          </a:p>
          <a:p>
            <a:pPr marL="285750" indent="-285750">
              <a:buFont typeface="Arial"/>
              <a:buChar char="▸"/>
            </a:pPr>
            <a:r>
              <a:rPr lang="en-US" sz="1250" b="0" dirty="0">
                <a:solidFill>
                  <a:srgbClr val="000000"/>
                </a:solidFill>
                <a:latin typeface="Helvetica Neue"/>
              </a:rPr>
              <a:t>x = x.to('cuda:1')    # specific GPU index</a:t>
            </a:r>
          </a:p>
          <a:p>
            <a:pPr marL="285750" indent="-285750">
              <a:buFont typeface="Arial"/>
              <a:buChar char="▸"/>
            </a:pPr>
            <a:r>
              <a:rPr lang="en-US" sz="1250" b="0" dirty="0">
                <a:solidFill>
                  <a:srgbClr val="000000"/>
                </a:solidFill>
                <a:latin typeface="Helvetica Neue"/>
              </a:rPr>
              <a:t>x.device              # shows current device</a:t>
            </a:r>
          </a:p>
          <a:p>
            <a:pPr marL="285750" indent="-285750">
              <a:buFont typeface="Arial"/>
              <a:buChar char="▸"/>
            </a:pPr>
            <a:r>
              <a:rPr lang="en-US" sz="1250" b="0" dirty="0">
                <a:solidFill>
                  <a:srgbClr val="000000"/>
                </a:solidFill>
                <a:latin typeface="Helvetica Neue"/>
              </a:rPr>
              <a:t>torch.device('cuda' if torch.cuda.is_available() else 'cpu')</a:t>
            </a:r>
          </a:p>
        </p:txBody>
      </p:sp>
      <p:sp>
        <p:nvSpPr>
          <p:cNvPr id="11" name="R"/>
          <p:cNvSpPr txBox="1"/>
          <p:nvPr/>
        </p:nvSpPr>
        <p:spPr>
          <a:xfrm>
            <a:off x="4651700" y="656850"/>
            <a:ext cx="4180600" cy="4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85000" lnSpcReduction="10000"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002060"/>
                </a:solidFill>
                <a:latin typeface="Helvetica Neue"/>
              </a:rPr>
              <a:t>Shape, Stride, and Contiguity</a:t>
            </a:r>
          </a:p>
          <a:p>
            <a:pPr marL="285750" indent="-285750">
              <a:buFont typeface="Arial"/>
              <a:buChar char="▸"/>
            </a:pPr>
            <a:r>
              <a:rPr lang="en-US" sz="1250" b="0" dirty="0">
                <a:solidFill>
                  <a:srgbClr val="000000"/>
                </a:solidFill>
                <a:latin typeface="Helvetica Neue"/>
              </a:rPr>
              <a:t>x.shape  or  x.size(): returns torch.Size([...])</a:t>
            </a:r>
          </a:p>
          <a:p>
            <a:pPr marL="285750" indent="-285750">
              <a:buFont typeface="Arial"/>
              <a:buChar char="▸"/>
            </a:pPr>
            <a:r>
              <a:rPr lang="en-US" sz="1250" b="0" dirty="0">
                <a:solidFill>
                  <a:srgbClr val="000000"/>
                </a:solidFill>
                <a:latin typeface="Helvetica Neue"/>
              </a:rPr>
              <a:t>x.ndim: number of dimensions (same as len(x.shape))</a:t>
            </a:r>
          </a:p>
          <a:p>
            <a:pPr marL="285750" indent="-285750">
              <a:buFont typeface="Arial"/>
              <a:buChar char="▸"/>
            </a:pPr>
            <a:r>
              <a:rPr lang="en-US" sz="1250" b="0" dirty="0">
                <a:solidFill>
                  <a:srgbClr val="000000"/>
                </a:solidFill>
                <a:latin typeface="Helvetica Neue"/>
              </a:rPr>
              <a:t>x.numel(): total number of elements</a:t>
            </a:r>
          </a:p>
          <a:p>
            <a:pPr marL="285750" indent="-285750">
              <a:buFont typeface="Arial"/>
              <a:buChar char="▸"/>
            </a:pPr>
            <a:r>
              <a:rPr lang="en-US" sz="1250" b="0" dirty="0">
                <a:solidFill>
                  <a:srgbClr val="000000"/>
                </a:solidFill>
                <a:latin typeface="Helvetica Neue"/>
              </a:rPr>
              <a:t>x.dtype, x.device: inspect dtype and device</a:t>
            </a:r>
          </a:p>
          <a:p>
            <a:pPr marL="0" indent="0">
              <a:buNone/>
            </a:pPr>
            <a:endParaRPr lang="en-US" sz="600" dirty="0"/>
          </a:p>
          <a:p>
            <a:pPr marL="0" indent="0">
              <a:buNone/>
            </a:pPr>
            <a:r>
              <a:rPr lang="en-US" sz="1400" b="1" dirty="0">
                <a:solidFill>
                  <a:srgbClr val="002060"/>
                </a:solidFill>
                <a:latin typeface="Helvetica Neue"/>
              </a:rPr>
              <a:t>Essential Tensor Operations</a:t>
            </a:r>
          </a:p>
          <a:p>
            <a:pPr marL="285750" indent="-285750">
              <a:buFont typeface="Arial"/>
              <a:buChar char="▸"/>
            </a:pPr>
            <a:r>
              <a:rPr lang="en-US" sz="1250" b="0" dirty="0">
                <a:solidFill>
                  <a:srgbClr val="000000"/>
                </a:solidFill>
                <a:latin typeface="Helvetica Neue"/>
              </a:rPr>
              <a:t>x + y, x - y, x * y: elementwise (broadcast if shapes differ)</a:t>
            </a:r>
          </a:p>
          <a:p>
            <a:pPr marL="285750" indent="-285750">
              <a:buFont typeface="Arial"/>
              <a:buChar char="▸"/>
            </a:pPr>
            <a:r>
              <a:rPr lang="en-US" sz="1250" b="0" dirty="0">
                <a:solidFill>
                  <a:srgbClr val="000000"/>
                </a:solidFill>
                <a:latin typeface="Helvetica Neue"/>
              </a:rPr>
              <a:t>x @ y  or  torch.matmul(x,y): matrix multiplication</a:t>
            </a:r>
          </a:p>
          <a:p>
            <a:pPr marL="285750" indent="-285750">
              <a:buFont typeface="Arial"/>
              <a:buChar char="▸"/>
            </a:pPr>
            <a:r>
              <a:rPr lang="en-US" sz="1250" b="0" dirty="0">
                <a:solidFill>
                  <a:srgbClr val="000000"/>
                </a:solidFill>
                <a:latin typeface="Helvetica Neue"/>
              </a:rPr>
              <a:t>torch.sum(x), x.mean(), x.max(), x.min()</a:t>
            </a:r>
          </a:p>
          <a:p>
            <a:pPr marL="285750" indent="-285750">
              <a:buFont typeface="Arial"/>
              <a:buChar char="▸"/>
            </a:pPr>
            <a:r>
              <a:rPr lang="en-US" sz="1250" b="0" dirty="0">
                <a:solidFill>
                  <a:srgbClr val="000000"/>
                </a:solidFill>
                <a:latin typeface="Helvetica Neue"/>
              </a:rPr>
              <a:t>torch.sum(x, dim=0): reduce along a specific dimension</a:t>
            </a:r>
          </a:p>
          <a:p>
            <a:pPr marL="285750" indent="-285750">
              <a:buFont typeface="Arial"/>
              <a:buChar char="▸"/>
            </a:pPr>
            <a:r>
              <a:rPr lang="en-US" sz="1250" b="0" dirty="0">
                <a:solidFill>
                  <a:srgbClr val="000000"/>
                </a:solidFill>
                <a:latin typeface="Helvetica Neue"/>
              </a:rPr>
              <a:t>x.T  or  x.transpose(0,1): transpose (2D or n-D)</a:t>
            </a:r>
          </a:p>
          <a:p>
            <a:pPr marL="0" indent="0">
              <a:buNone/>
            </a:pPr>
            <a:endParaRPr lang="en-US" sz="600" dirty="0"/>
          </a:p>
          <a:p>
            <a:pPr marL="0" indent="0">
              <a:buNone/>
            </a:pPr>
            <a:r>
              <a:rPr lang="en-US" sz="1400" b="1" dirty="0">
                <a:solidFill>
                  <a:srgbClr val="002060"/>
                </a:solidFill>
                <a:latin typeface="Helvetica Neue"/>
              </a:rPr>
              <a:t>Reshaping</a:t>
            </a:r>
          </a:p>
          <a:p>
            <a:pPr marL="285750" indent="-285750">
              <a:buFont typeface="Arial"/>
              <a:buChar char="▸"/>
            </a:pPr>
            <a:r>
              <a:rPr lang="en-US" sz="1250" b="0" dirty="0">
                <a:solidFill>
                  <a:srgbClr val="000000"/>
                </a:solidFill>
                <a:latin typeface="Helvetica Neue"/>
              </a:rPr>
              <a:t>x.view(2, -1): reshape; -1 infers the size; shares memory</a:t>
            </a:r>
          </a:p>
          <a:p>
            <a:pPr marL="285750" indent="-285750">
              <a:buFont typeface="Arial"/>
              <a:buChar char="▸"/>
            </a:pPr>
            <a:r>
              <a:rPr lang="en-US" sz="1250" b="0" dirty="0">
                <a:solidFill>
                  <a:srgbClr val="000000"/>
                </a:solidFill>
                <a:latin typeface="Helvetica Neue"/>
              </a:rPr>
              <a:t>x.reshape(2, -1): like view but copies if needed</a:t>
            </a:r>
          </a:p>
          <a:p>
            <a:pPr marL="285750" indent="-285750">
              <a:buFont typeface="Arial"/>
              <a:buChar char="▸"/>
            </a:pPr>
            <a:r>
              <a:rPr lang="en-US" sz="1250" b="0" dirty="0">
                <a:solidFill>
                  <a:srgbClr val="000000"/>
                </a:solidFill>
                <a:latin typeface="Helvetica Neue"/>
              </a:rPr>
              <a:t>x.unsqueeze(0): adds a dimension at position 0</a:t>
            </a:r>
          </a:p>
          <a:p>
            <a:pPr marL="285750" indent="-285750">
              <a:buFont typeface="Arial"/>
              <a:buChar char="▸"/>
            </a:pPr>
            <a:r>
              <a:rPr lang="en-US" sz="1250" b="0" dirty="0">
                <a:solidFill>
                  <a:srgbClr val="000000"/>
                </a:solidFill>
                <a:latin typeface="Helvetica Neue"/>
              </a:rPr>
              <a:t>x.squeeze(): removes all dimensions of size 1</a:t>
            </a:r>
          </a:p>
          <a:p>
            <a:pPr marL="285750" indent="-285750">
              <a:buFont typeface="Arial"/>
              <a:buChar char="▸"/>
            </a:pPr>
            <a:r>
              <a:rPr lang="en-US" sz="1250" b="0" dirty="0">
                <a:solidFill>
                  <a:srgbClr val="000000"/>
                </a:solidFill>
                <a:latin typeface="Helvetica Neue"/>
              </a:rPr>
              <a:t>x.permute(2, 0, 1): rearrange dimensions — critical for image (H,W,C) to (C,H,W)</a:t>
            </a:r>
          </a:p>
          <a:p>
            <a:pPr marL="0" indent="0">
              <a:buNone/>
            </a:pPr>
            <a:endParaRPr lang="en-US" sz="600" dirty="0"/>
          </a:p>
          <a:p>
            <a:pPr marL="0" indent="0">
              <a:buNone/>
            </a:pPr>
            <a:r>
              <a:rPr lang="en-US" sz="1400" b="1" dirty="0">
                <a:solidFill>
                  <a:srgbClr val="002060"/>
                </a:solidFill>
                <a:latin typeface="Helvetica Neue"/>
              </a:rPr>
              <a:t>Indexing and Slicing</a:t>
            </a:r>
          </a:p>
          <a:p>
            <a:pPr marL="285750" indent="-285750">
              <a:buFont typeface="Arial"/>
              <a:buChar char="▸"/>
            </a:pPr>
            <a:r>
              <a:rPr lang="en-US" sz="1250" b="0" dirty="0">
                <a:solidFill>
                  <a:srgbClr val="000000"/>
                </a:solidFill>
                <a:latin typeface="Helvetica Neue"/>
              </a:rPr>
              <a:t>x[0]: first row; x[-1]: last row; x[1:3]: slice</a:t>
            </a:r>
          </a:p>
          <a:p>
            <a:pPr marL="285750" indent="-285750">
              <a:buFont typeface="Arial"/>
              <a:buChar char="▸"/>
            </a:pPr>
            <a:r>
              <a:rPr lang="en-US" sz="1250" b="0" dirty="0">
                <a:solidFill>
                  <a:srgbClr val="000000"/>
                </a:solidFill>
                <a:latin typeface="Helvetica Neue"/>
              </a:rPr>
              <a:t>x[x &gt; 0]: boolean mask — selects elements satisfying condition</a:t>
            </a:r>
          </a:p>
          <a:p>
            <a:pPr marL="285750" indent="-285750">
              <a:buFont typeface="Arial"/>
              <a:buChar char="▸"/>
            </a:pPr>
            <a:r>
              <a:rPr lang="en-US" sz="1250" b="0" dirty="0">
                <a:solidFill>
                  <a:srgbClr val="000000"/>
                </a:solidFill>
                <a:latin typeface="Helvetica Neue"/>
              </a:rPr>
              <a:t>x[:, 0]: all rows, first column (like NumPy)</a:t>
            </a:r>
          </a:p>
        </p:txBody>
      </p:sp>
      <p:sp>
        <p:nvSpPr>
          <p:cNvPr id="50" name="Ref"/>
          <p:cNvSpPr txBox="1"/>
          <p:nvPr/>
        </p:nvSpPr>
        <p:spPr>
          <a:xfrm>
            <a:off x="311700" y="4900000"/>
            <a:ext cx="8520600" cy="18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t" anchorCtr="0">
            <a:noAutofit/>
          </a:bodyPr>
          <a:lstStyle/>
          <a:p>
            <a:pPr marL="0" indent="0">
              <a:buNone/>
            </a:pPr>
            <a:r>
              <a:rPr lang="en-US" sz="900" i="1" dirty="0">
                <a:solidFill>
                  <a:srgbClr val="7F7F7F"/>
                </a:solidFill>
                <a:latin typeface="Helvetica Neue"/>
              </a:rPr>
              <a:t>Ref: PyTorch Documentation: torch.Tensor (pytorch.org/docs/stable/tensors.html)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0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0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0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0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10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10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10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10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10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10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0" end="2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10">
                                            <p:txEl>
                                              <p:pRg st="20" end="2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1" end="2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10">
                                            <p:txEl>
                                              <p:pRg st="21" end="2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500"/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>
                      <p:stCondLst>
                        <p:cond delay="indefinite"/>
                      </p:stCondLst>
                      <p:childTnLst>
                        <p:par>
                          <p:cTn id="87" fill="hold">
                            <p:stCondLst>
                              <p:cond delay="0"/>
                            </p:stCondLst>
                            <p:childTnLst>
                              <p:par>
                                <p:cTn id="8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500"/>
                                        <p:tgtEl>
                                          <p:spTgt spid="1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" dur="500"/>
                                        <p:tgtEl>
                                          <p:spTgt spid="1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6" dur="500"/>
                                        <p:tgtEl>
                                          <p:spTgt spid="1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9" dur="500"/>
                                        <p:tgtEl>
                                          <p:spTgt spid="1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500"/>
                                        <p:tgtEl>
                                          <p:spTgt spid="11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5" dur="500"/>
                                        <p:tgtEl>
                                          <p:spTgt spid="11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6" fill="hold">
                      <p:stCondLst>
                        <p:cond delay="indefinite"/>
                      </p:stCondLst>
                      <p:childTnLst>
                        <p:par>
                          <p:cTn id="107" fill="hold">
                            <p:stCondLst>
                              <p:cond delay="0"/>
                            </p:stCondLst>
                            <p:childTnLst>
                              <p:par>
                                <p:cTn id="10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0" dur="500"/>
                                        <p:tgtEl>
                                          <p:spTgt spid="11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3" dur="500"/>
                                        <p:tgtEl>
                                          <p:spTgt spid="11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6" dur="500"/>
                                        <p:tgtEl>
                                          <p:spTgt spid="11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9" dur="500"/>
                                        <p:tgtEl>
                                          <p:spTgt spid="11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2" dur="500"/>
                                        <p:tgtEl>
                                          <p:spTgt spid="11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5" dur="500"/>
                                        <p:tgtEl>
                                          <p:spTgt spid="11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6" fill="hold">
                      <p:stCondLst>
                        <p:cond delay="indefinite"/>
                      </p:stCondLst>
                      <p:childTnLst>
                        <p:par>
                          <p:cTn id="127" fill="hold">
                            <p:stCondLst>
                              <p:cond delay="0"/>
                            </p:stCondLst>
                            <p:childTnLst>
                              <p:par>
                                <p:cTn id="1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0" end="2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0" dur="500"/>
                                        <p:tgtEl>
                                          <p:spTgt spid="11">
                                            <p:txEl>
                                              <p:pRg st="20" end="2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1" end="2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3" dur="500"/>
                                        <p:tgtEl>
                                          <p:spTgt spid="11">
                                            <p:txEl>
                                              <p:pRg st="21" end="2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2" end="2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6" dur="500"/>
                                        <p:tgtEl>
                                          <p:spTgt spid="11">
                                            <p:txEl>
                                              <p:pRg st="22" end="2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3" end="2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9" dur="500"/>
                                        <p:tgtEl>
                                          <p:spTgt spid="11">
                                            <p:txEl>
                                              <p:pRg st="23" end="2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uiExpand="1" build="p"/>
      <p:bldP spid="11" grpId="0" uiExpand="1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" y="0"/>
            <a:ext cx="9143771" cy="102870"/>
          </a:xfrm>
          <a:prstGeom prst="rect">
            <a:avLst/>
          </a:prstGeom>
          <a:solidFill>
            <a:srgbClr val="173F7A"/>
          </a:solidFill>
          <a:ln w="12700">
            <a:solidFill>
              <a:srgbClr val="173F7A"/>
            </a:solidFill>
            <a:prstDash val="solid"/>
          </a:ln>
        </p:spPr>
        <p:txBody>
          <a:bodyPr/>
          <a:lstStyle/>
          <a:p>
            <a:endParaRPr lang="en-IN" sz="1050"/>
          </a:p>
        </p:txBody>
      </p:sp>
      <p:sp>
        <p:nvSpPr>
          <p:cNvPr id="3" name="Text 1"/>
          <p:cNvSpPr/>
          <p:nvPr/>
        </p:nvSpPr>
        <p:spPr>
          <a:xfrm>
            <a:off x="425196" y="240030"/>
            <a:ext cx="6035040" cy="2880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800" b="1" dirty="0">
                <a:solidFill>
                  <a:srgbClr val="0F2F5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Reshaping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25196" y="562356"/>
            <a:ext cx="78867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863" dirty="0">
                <a:solidFill>
                  <a:srgbClr val="7D8798"/>
                </a:solidFill>
              </a:rPr>
              <a:t>Same elements, new shape or new axis interpretation</a:t>
            </a:r>
            <a:endParaRPr lang="en-US" sz="863" dirty="0"/>
          </a:p>
        </p:txBody>
      </p:sp>
      <p:sp>
        <p:nvSpPr>
          <p:cNvPr id="5" name="Shape 3"/>
          <p:cNvSpPr/>
          <p:nvPr/>
        </p:nvSpPr>
        <p:spPr>
          <a:xfrm>
            <a:off x="445770" y="809244"/>
            <a:ext cx="1248156" cy="288036"/>
          </a:xfrm>
          <a:prstGeom prst="roundRect">
            <a:avLst>
              <a:gd name="adj" fmla="val 16667"/>
            </a:avLst>
          </a:prstGeom>
          <a:solidFill>
            <a:srgbClr val="F5F7FA"/>
          </a:solidFill>
          <a:ln w="12700">
            <a:solidFill>
              <a:srgbClr val="E3E8EF"/>
            </a:solidFill>
            <a:prstDash val="solid"/>
          </a:ln>
        </p:spPr>
        <p:txBody>
          <a:bodyPr/>
          <a:lstStyle/>
          <a:p>
            <a:endParaRPr lang="en-IN" sz="1050"/>
          </a:p>
        </p:txBody>
      </p:sp>
      <p:sp>
        <p:nvSpPr>
          <p:cNvPr id="6" name="Text 4"/>
          <p:cNvSpPr/>
          <p:nvPr/>
        </p:nvSpPr>
        <p:spPr>
          <a:xfrm>
            <a:off x="500634" y="843534"/>
            <a:ext cx="1330452" cy="1420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63" b="1" dirty="0">
                <a:solidFill>
                  <a:srgbClr val="1E2430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x.view(2, -1)</a:t>
            </a:r>
            <a:endParaRPr lang="en-US" sz="1163" dirty="0"/>
          </a:p>
        </p:txBody>
      </p:sp>
      <p:sp>
        <p:nvSpPr>
          <p:cNvPr id="7" name="Shape 5"/>
          <p:cNvSpPr/>
          <p:nvPr/>
        </p:nvSpPr>
        <p:spPr>
          <a:xfrm>
            <a:off x="720090" y="1138428"/>
            <a:ext cx="1110996" cy="706374"/>
          </a:xfrm>
          <a:prstGeom prst="roundRect">
            <a:avLst>
              <a:gd name="adj" fmla="val 4854"/>
            </a:avLst>
          </a:prstGeom>
          <a:solidFill>
            <a:srgbClr val="F4F6F9"/>
          </a:solidFill>
          <a:ln w="10160">
            <a:solidFill>
              <a:srgbClr val="D6DEE8"/>
            </a:solidFill>
            <a:prstDash val="solid"/>
          </a:ln>
        </p:spPr>
        <p:txBody>
          <a:bodyPr/>
          <a:lstStyle/>
          <a:p>
            <a:endParaRPr lang="en-IN" sz="1050"/>
          </a:p>
        </p:txBody>
      </p:sp>
      <p:sp>
        <p:nvSpPr>
          <p:cNvPr id="8" name="Shape 6"/>
          <p:cNvSpPr/>
          <p:nvPr/>
        </p:nvSpPr>
        <p:spPr>
          <a:xfrm>
            <a:off x="754380" y="1172718"/>
            <a:ext cx="260604" cy="212598"/>
          </a:xfrm>
          <a:prstGeom prst="rect">
            <a:avLst/>
          </a:prstGeom>
          <a:solidFill>
            <a:srgbClr val="F4A340"/>
          </a:solidFill>
          <a:ln w="10160">
            <a:solidFill>
              <a:srgbClr val="A8B3C2"/>
            </a:solidFill>
            <a:prstDash val="solid"/>
          </a:ln>
        </p:spPr>
        <p:txBody>
          <a:bodyPr/>
          <a:lstStyle/>
          <a:p>
            <a:endParaRPr lang="en-IN" sz="1050"/>
          </a:p>
        </p:txBody>
      </p:sp>
      <p:sp>
        <p:nvSpPr>
          <p:cNvPr id="9" name="Text 7"/>
          <p:cNvSpPr/>
          <p:nvPr/>
        </p:nvSpPr>
        <p:spPr>
          <a:xfrm>
            <a:off x="754380" y="1198230"/>
            <a:ext cx="260604" cy="1445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750" dirty="0">
                <a:solidFill>
                  <a:srgbClr val="FFFFFF"/>
                </a:solidFill>
              </a:rPr>
              <a:t>13</a:t>
            </a:r>
            <a:endParaRPr lang="en-US" sz="750" dirty="0"/>
          </a:p>
        </p:txBody>
      </p:sp>
      <p:sp>
        <p:nvSpPr>
          <p:cNvPr id="10" name="Shape 8"/>
          <p:cNvSpPr/>
          <p:nvPr/>
        </p:nvSpPr>
        <p:spPr>
          <a:xfrm>
            <a:off x="1014984" y="1172718"/>
            <a:ext cx="260604" cy="212598"/>
          </a:xfrm>
          <a:prstGeom prst="rect">
            <a:avLst/>
          </a:prstGeom>
          <a:solidFill>
            <a:srgbClr val="65C18C"/>
          </a:solidFill>
          <a:ln w="10160">
            <a:solidFill>
              <a:srgbClr val="A8B3C2"/>
            </a:solidFill>
            <a:prstDash val="solid"/>
          </a:ln>
        </p:spPr>
        <p:txBody>
          <a:bodyPr/>
          <a:lstStyle/>
          <a:p>
            <a:endParaRPr lang="en-IN" sz="1050"/>
          </a:p>
        </p:txBody>
      </p:sp>
      <p:sp>
        <p:nvSpPr>
          <p:cNvPr id="11" name="Text 9"/>
          <p:cNvSpPr/>
          <p:nvPr/>
        </p:nvSpPr>
        <p:spPr>
          <a:xfrm>
            <a:off x="1014984" y="1198230"/>
            <a:ext cx="260604" cy="1445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750" dirty="0">
                <a:solidFill>
                  <a:srgbClr val="FFFFFF"/>
                </a:solidFill>
              </a:rPr>
              <a:t>14</a:t>
            </a:r>
            <a:endParaRPr lang="en-US" sz="750" dirty="0"/>
          </a:p>
        </p:txBody>
      </p:sp>
      <p:sp>
        <p:nvSpPr>
          <p:cNvPr id="12" name="Shape 10"/>
          <p:cNvSpPr/>
          <p:nvPr/>
        </p:nvSpPr>
        <p:spPr>
          <a:xfrm>
            <a:off x="1275588" y="1172718"/>
            <a:ext cx="260604" cy="212598"/>
          </a:xfrm>
          <a:prstGeom prst="rect">
            <a:avLst/>
          </a:prstGeom>
          <a:solidFill>
            <a:srgbClr val="5DA9E9"/>
          </a:solidFill>
          <a:ln w="10160">
            <a:solidFill>
              <a:srgbClr val="A8B3C2"/>
            </a:solidFill>
            <a:prstDash val="solid"/>
          </a:ln>
        </p:spPr>
        <p:txBody>
          <a:bodyPr/>
          <a:lstStyle/>
          <a:p>
            <a:endParaRPr lang="en-IN" sz="1050"/>
          </a:p>
        </p:txBody>
      </p:sp>
      <p:sp>
        <p:nvSpPr>
          <p:cNvPr id="13" name="Text 11"/>
          <p:cNvSpPr/>
          <p:nvPr/>
        </p:nvSpPr>
        <p:spPr>
          <a:xfrm>
            <a:off x="1275588" y="1198230"/>
            <a:ext cx="260604" cy="1445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750" dirty="0">
                <a:solidFill>
                  <a:srgbClr val="FFFFFF"/>
                </a:solidFill>
              </a:rPr>
              <a:t>15</a:t>
            </a:r>
            <a:endParaRPr lang="en-US" sz="750" dirty="0"/>
          </a:p>
        </p:txBody>
      </p:sp>
      <p:sp>
        <p:nvSpPr>
          <p:cNvPr id="14" name="Shape 12"/>
          <p:cNvSpPr/>
          <p:nvPr/>
        </p:nvSpPr>
        <p:spPr>
          <a:xfrm>
            <a:off x="1536192" y="1172718"/>
            <a:ext cx="260604" cy="212598"/>
          </a:xfrm>
          <a:prstGeom prst="rect">
            <a:avLst/>
          </a:prstGeom>
          <a:solidFill>
            <a:srgbClr val="F2D56B"/>
          </a:solidFill>
          <a:ln w="10160">
            <a:solidFill>
              <a:srgbClr val="A8B3C2"/>
            </a:solidFill>
            <a:prstDash val="solid"/>
          </a:ln>
        </p:spPr>
        <p:txBody>
          <a:bodyPr/>
          <a:lstStyle/>
          <a:p>
            <a:endParaRPr lang="en-IN" sz="1050"/>
          </a:p>
        </p:txBody>
      </p:sp>
      <p:sp>
        <p:nvSpPr>
          <p:cNvPr id="15" name="Text 13"/>
          <p:cNvSpPr/>
          <p:nvPr/>
        </p:nvSpPr>
        <p:spPr>
          <a:xfrm>
            <a:off x="1536192" y="1198230"/>
            <a:ext cx="260604" cy="1445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750" dirty="0">
                <a:solidFill>
                  <a:srgbClr val="FFFFFF"/>
                </a:solidFill>
              </a:rPr>
              <a:t>16</a:t>
            </a:r>
            <a:endParaRPr lang="en-US" sz="750" dirty="0"/>
          </a:p>
        </p:txBody>
      </p:sp>
      <p:sp>
        <p:nvSpPr>
          <p:cNvPr id="16" name="Shape 14"/>
          <p:cNvSpPr/>
          <p:nvPr/>
        </p:nvSpPr>
        <p:spPr>
          <a:xfrm>
            <a:off x="754380" y="1385316"/>
            <a:ext cx="260604" cy="212598"/>
          </a:xfrm>
          <a:prstGeom prst="rect">
            <a:avLst/>
          </a:prstGeom>
          <a:solidFill>
            <a:srgbClr val="F4A340"/>
          </a:solidFill>
          <a:ln w="10160">
            <a:solidFill>
              <a:srgbClr val="A8B3C2"/>
            </a:solidFill>
            <a:prstDash val="solid"/>
          </a:ln>
        </p:spPr>
        <p:txBody>
          <a:bodyPr/>
          <a:lstStyle/>
          <a:p>
            <a:endParaRPr lang="en-IN" sz="1050"/>
          </a:p>
        </p:txBody>
      </p:sp>
      <p:sp>
        <p:nvSpPr>
          <p:cNvPr id="17" name="Text 15"/>
          <p:cNvSpPr/>
          <p:nvPr/>
        </p:nvSpPr>
        <p:spPr>
          <a:xfrm>
            <a:off x="754380" y="1410828"/>
            <a:ext cx="260604" cy="1445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750" dirty="0">
                <a:solidFill>
                  <a:srgbClr val="FFFFFF"/>
                </a:solidFill>
              </a:rPr>
              <a:t>17</a:t>
            </a:r>
            <a:endParaRPr lang="en-US" sz="750" dirty="0"/>
          </a:p>
        </p:txBody>
      </p:sp>
      <p:sp>
        <p:nvSpPr>
          <p:cNvPr id="18" name="Shape 16"/>
          <p:cNvSpPr/>
          <p:nvPr/>
        </p:nvSpPr>
        <p:spPr>
          <a:xfrm>
            <a:off x="1014984" y="1385316"/>
            <a:ext cx="260604" cy="212598"/>
          </a:xfrm>
          <a:prstGeom prst="rect">
            <a:avLst/>
          </a:prstGeom>
          <a:solidFill>
            <a:srgbClr val="65C18C"/>
          </a:solidFill>
          <a:ln w="10160">
            <a:solidFill>
              <a:srgbClr val="A8B3C2"/>
            </a:solidFill>
            <a:prstDash val="solid"/>
          </a:ln>
        </p:spPr>
        <p:txBody>
          <a:bodyPr/>
          <a:lstStyle/>
          <a:p>
            <a:endParaRPr lang="en-IN" sz="1050"/>
          </a:p>
        </p:txBody>
      </p:sp>
      <p:sp>
        <p:nvSpPr>
          <p:cNvPr id="19" name="Text 17"/>
          <p:cNvSpPr/>
          <p:nvPr/>
        </p:nvSpPr>
        <p:spPr>
          <a:xfrm>
            <a:off x="1014984" y="1410828"/>
            <a:ext cx="260604" cy="1445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750" dirty="0">
                <a:solidFill>
                  <a:srgbClr val="FFFFFF"/>
                </a:solidFill>
              </a:rPr>
              <a:t>18</a:t>
            </a:r>
            <a:endParaRPr lang="en-US" sz="750" dirty="0"/>
          </a:p>
        </p:txBody>
      </p:sp>
      <p:sp>
        <p:nvSpPr>
          <p:cNvPr id="20" name="Shape 18"/>
          <p:cNvSpPr/>
          <p:nvPr/>
        </p:nvSpPr>
        <p:spPr>
          <a:xfrm>
            <a:off x="1275588" y="1385316"/>
            <a:ext cx="260604" cy="212598"/>
          </a:xfrm>
          <a:prstGeom prst="rect">
            <a:avLst/>
          </a:prstGeom>
          <a:solidFill>
            <a:srgbClr val="5DA9E9"/>
          </a:solidFill>
          <a:ln w="10160">
            <a:solidFill>
              <a:srgbClr val="A8B3C2"/>
            </a:solidFill>
            <a:prstDash val="solid"/>
          </a:ln>
        </p:spPr>
        <p:txBody>
          <a:bodyPr/>
          <a:lstStyle/>
          <a:p>
            <a:endParaRPr lang="en-IN" sz="1050"/>
          </a:p>
        </p:txBody>
      </p:sp>
      <p:sp>
        <p:nvSpPr>
          <p:cNvPr id="21" name="Text 19"/>
          <p:cNvSpPr/>
          <p:nvPr/>
        </p:nvSpPr>
        <p:spPr>
          <a:xfrm>
            <a:off x="1275588" y="1410828"/>
            <a:ext cx="260604" cy="1445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750" dirty="0">
                <a:solidFill>
                  <a:srgbClr val="FFFFFF"/>
                </a:solidFill>
              </a:rPr>
              <a:t>19</a:t>
            </a:r>
            <a:endParaRPr lang="en-US" sz="750" dirty="0"/>
          </a:p>
        </p:txBody>
      </p:sp>
      <p:sp>
        <p:nvSpPr>
          <p:cNvPr id="22" name="Shape 20"/>
          <p:cNvSpPr/>
          <p:nvPr/>
        </p:nvSpPr>
        <p:spPr>
          <a:xfrm>
            <a:off x="1536192" y="1385316"/>
            <a:ext cx="260604" cy="212598"/>
          </a:xfrm>
          <a:prstGeom prst="rect">
            <a:avLst/>
          </a:prstGeom>
          <a:solidFill>
            <a:srgbClr val="F2D56B"/>
          </a:solidFill>
          <a:ln w="10160">
            <a:solidFill>
              <a:srgbClr val="A8B3C2"/>
            </a:solidFill>
            <a:prstDash val="solid"/>
          </a:ln>
        </p:spPr>
        <p:txBody>
          <a:bodyPr/>
          <a:lstStyle/>
          <a:p>
            <a:endParaRPr lang="en-IN" sz="1050"/>
          </a:p>
        </p:txBody>
      </p:sp>
      <p:sp>
        <p:nvSpPr>
          <p:cNvPr id="23" name="Text 21"/>
          <p:cNvSpPr/>
          <p:nvPr/>
        </p:nvSpPr>
        <p:spPr>
          <a:xfrm>
            <a:off x="1536192" y="1410828"/>
            <a:ext cx="260604" cy="1445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750" dirty="0">
                <a:solidFill>
                  <a:srgbClr val="FFFFFF"/>
                </a:solidFill>
              </a:rPr>
              <a:t>20</a:t>
            </a:r>
            <a:endParaRPr lang="en-US" sz="750" dirty="0"/>
          </a:p>
        </p:txBody>
      </p:sp>
      <p:sp>
        <p:nvSpPr>
          <p:cNvPr id="24" name="Shape 22"/>
          <p:cNvSpPr/>
          <p:nvPr/>
        </p:nvSpPr>
        <p:spPr>
          <a:xfrm>
            <a:off x="754380" y="1597914"/>
            <a:ext cx="260604" cy="212598"/>
          </a:xfrm>
          <a:prstGeom prst="rect">
            <a:avLst/>
          </a:prstGeom>
          <a:solidFill>
            <a:srgbClr val="F4A340"/>
          </a:solidFill>
          <a:ln w="10160">
            <a:solidFill>
              <a:srgbClr val="A8B3C2"/>
            </a:solidFill>
            <a:prstDash val="solid"/>
          </a:ln>
        </p:spPr>
        <p:txBody>
          <a:bodyPr/>
          <a:lstStyle/>
          <a:p>
            <a:endParaRPr lang="en-IN" sz="1050"/>
          </a:p>
        </p:txBody>
      </p:sp>
      <p:sp>
        <p:nvSpPr>
          <p:cNvPr id="25" name="Text 23"/>
          <p:cNvSpPr/>
          <p:nvPr/>
        </p:nvSpPr>
        <p:spPr>
          <a:xfrm>
            <a:off x="754380" y="1623426"/>
            <a:ext cx="260604" cy="1445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750" dirty="0">
                <a:solidFill>
                  <a:srgbClr val="FFFFFF"/>
                </a:solidFill>
              </a:rPr>
              <a:t>21</a:t>
            </a:r>
            <a:endParaRPr lang="en-US" sz="750" dirty="0"/>
          </a:p>
        </p:txBody>
      </p:sp>
      <p:sp>
        <p:nvSpPr>
          <p:cNvPr id="26" name="Shape 24"/>
          <p:cNvSpPr/>
          <p:nvPr/>
        </p:nvSpPr>
        <p:spPr>
          <a:xfrm>
            <a:off x="1014984" y="1597914"/>
            <a:ext cx="260604" cy="212598"/>
          </a:xfrm>
          <a:prstGeom prst="rect">
            <a:avLst/>
          </a:prstGeom>
          <a:solidFill>
            <a:srgbClr val="65C18C"/>
          </a:solidFill>
          <a:ln w="10160">
            <a:solidFill>
              <a:srgbClr val="A8B3C2"/>
            </a:solidFill>
            <a:prstDash val="solid"/>
          </a:ln>
        </p:spPr>
        <p:txBody>
          <a:bodyPr/>
          <a:lstStyle/>
          <a:p>
            <a:endParaRPr lang="en-IN" sz="1050"/>
          </a:p>
        </p:txBody>
      </p:sp>
      <p:sp>
        <p:nvSpPr>
          <p:cNvPr id="27" name="Text 25"/>
          <p:cNvSpPr/>
          <p:nvPr/>
        </p:nvSpPr>
        <p:spPr>
          <a:xfrm>
            <a:off x="1014984" y="1623426"/>
            <a:ext cx="260604" cy="1445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750" dirty="0">
                <a:solidFill>
                  <a:srgbClr val="FFFFFF"/>
                </a:solidFill>
              </a:rPr>
              <a:t>22</a:t>
            </a:r>
            <a:endParaRPr lang="en-US" sz="750" dirty="0"/>
          </a:p>
        </p:txBody>
      </p:sp>
      <p:sp>
        <p:nvSpPr>
          <p:cNvPr id="28" name="Shape 26"/>
          <p:cNvSpPr/>
          <p:nvPr/>
        </p:nvSpPr>
        <p:spPr>
          <a:xfrm>
            <a:off x="1275588" y="1597914"/>
            <a:ext cx="260604" cy="212598"/>
          </a:xfrm>
          <a:prstGeom prst="rect">
            <a:avLst/>
          </a:prstGeom>
          <a:solidFill>
            <a:srgbClr val="5DA9E9"/>
          </a:solidFill>
          <a:ln w="10160">
            <a:solidFill>
              <a:srgbClr val="A8B3C2"/>
            </a:solidFill>
            <a:prstDash val="solid"/>
          </a:ln>
        </p:spPr>
        <p:txBody>
          <a:bodyPr/>
          <a:lstStyle/>
          <a:p>
            <a:endParaRPr lang="en-IN" sz="1050"/>
          </a:p>
        </p:txBody>
      </p:sp>
      <p:sp>
        <p:nvSpPr>
          <p:cNvPr id="29" name="Text 27"/>
          <p:cNvSpPr/>
          <p:nvPr/>
        </p:nvSpPr>
        <p:spPr>
          <a:xfrm>
            <a:off x="1275588" y="1623426"/>
            <a:ext cx="260604" cy="1445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750" dirty="0">
                <a:solidFill>
                  <a:srgbClr val="FFFFFF"/>
                </a:solidFill>
              </a:rPr>
              <a:t>23</a:t>
            </a:r>
            <a:endParaRPr lang="en-US" sz="750" dirty="0"/>
          </a:p>
        </p:txBody>
      </p:sp>
      <p:sp>
        <p:nvSpPr>
          <p:cNvPr id="30" name="Shape 28"/>
          <p:cNvSpPr/>
          <p:nvPr/>
        </p:nvSpPr>
        <p:spPr>
          <a:xfrm>
            <a:off x="1536192" y="1597914"/>
            <a:ext cx="260604" cy="212598"/>
          </a:xfrm>
          <a:prstGeom prst="rect">
            <a:avLst/>
          </a:prstGeom>
          <a:solidFill>
            <a:srgbClr val="F2D56B"/>
          </a:solidFill>
          <a:ln w="10160">
            <a:solidFill>
              <a:srgbClr val="A8B3C2"/>
            </a:solidFill>
            <a:prstDash val="solid"/>
          </a:ln>
        </p:spPr>
        <p:txBody>
          <a:bodyPr/>
          <a:lstStyle/>
          <a:p>
            <a:endParaRPr lang="en-IN" sz="1050"/>
          </a:p>
        </p:txBody>
      </p:sp>
      <p:sp>
        <p:nvSpPr>
          <p:cNvPr id="31" name="Text 29"/>
          <p:cNvSpPr/>
          <p:nvPr/>
        </p:nvSpPr>
        <p:spPr>
          <a:xfrm>
            <a:off x="1536192" y="1623426"/>
            <a:ext cx="260604" cy="1445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750" dirty="0">
                <a:solidFill>
                  <a:srgbClr val="FFFFFF"/>
                </a:solidFill>
              </a:rPr>
              <a:t>24</a:t>
            </a:r>
            <a:endParaRPr lang="en-US" sz="750" dirty="0"/>
          </a:p>
        </p:txBody>
      </p:sp>
      <p:sp>
        <p:nvSpPr>
          <p:cNvPr id="32" name="Shape 30"/>
          <p:cNvSpPr/>
          <p:nvPr/>
        </p:nvSpPr>
        <p:spPr>
          <a:xfrm>
            <a:off x="596646" y="1241298"/>
            <a:ext cx="1110996" cy="706374"/>
          </a:xfrm>
          <a:prstGeom prst="roundRect">
            <a:avLst>
              <a:gd name="adj" fmla="val 4854"/>
            </a:avLst>
          </a:prstGeom>
          <a:solidFill>
            <a:srgbClr val="FFFFFF"/>
          </a:solidFill>
          <a:ln w="10160">
            <a:solidFill>
              <a:srgbClr val="D6DEE8"/>
            </a:solidFill>
            <a:prstDash val="solid"/>
          </a:ln>
        </p:spPr>
        <p:txBody>
          <a:bodyPr/>
          <a:lstStyle/>
          <a:p>
            <a:endParaRPr lang="en-IN" sz="1050"/>
          </a:p>
        </p:txBody>
      </p:sp>
      <p:sp>
        <p:nvSpPr>
          <p:cNvPr id="33" name="Shape 31"/>
          <p:cNvSpPr/>
          <p:nvPr/>
        </p:nvSpPr>
        <p:spPr>
          <a:xfrm>
            <a:off x="630936" y="1275588"/>
            <a:ext cx="260604" cy="212598"/>
          </a:xfrm>
          <a:prstGeom prst="rect">
            <a:avLst/>
          </a:prstGeom>
          <a:solidFill>
            <a:srgbClr val="F4A340"/>
          </a:solidFill>
          <a:ln w="10160">
            <a:solidFill>
              <a:srgbClr val="A8B3C2"/>
            </a:solidFill>
            <a:prstDash val="solid"/>
          </a:ln>
        </p:spPr>
        <p:txBody>
          <a:bodyPr/>
          <a:lstStyle/>
          <a:p>
            <a:endParaRPr lang="en-IN" sz="1050"/>
          </a:p>
        </p:txBody>
      </p:sp>
      <p:sp>
        <p:nvSpPr>
          <p:cNvPr id="34" name="Text 32"/>
          <p:cNvSpPr/>
          <p:nvPr/>
        </p:nvSpPr>
        <p:spPr>
          <a:xfrm>
            <a:off x="630936" y="1301100"/>
            <a:ext cx="260604" cy="1445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750" dirty="0">
                <a:solidFill>
                  <a:srgbClr val="FFFFFF"/>
                </a:solidFill>
              </a:rPr>
              <a:t>1</a:t>
            </a:r>
            <a:endParaRPr lang="en-US" sz="750" dirty="0"/>
          </a:p>
        </p:txBody>
      </p:sp>
      <p:sp>
        <p:nvSpPr>
          <p:cNvPr id="35" name="Shape 33"/>
          <p:cNvSpPr/>
          <p:nvPr/>
        </p:nvSpPr>
        <p:spPr>
          <a:xfrm>
            <a:off x="891540" y="1275588"/>
            <a:ext cx="260604" cy="212598"/>
          </a:xfrm>
          <a:prstGeom prst="rect">
            <a:avLst/>
          </a:prstGeom>
          <a:solidFill>
            <a:srgbClr val="65C18C"/>
          </a:solidFill>
          <a:ln w="10160">
            <a:solidFill>
              <a:srgbClr val="A8B3C2"/>
            </a:solidFill>
            <a:prstDash val="solid"/>
          </a:ln>
        </p:spPr>
        <p:txBody>
          <a:bodyPr/>
          <a:lstStyle/>
          <a:p>
            <a:endParaRPr lang="en-IN" sz="1050"/>
          </a:p>
        </p:txBody>
      </p:sp>
      <p:sp>
        <p:nvSpPr>
          <p:cNvPr id="36" name="Text 34"/>
          <p:cNvSpPr/>
          <p:nvPr/>
        </p:nvSpPr>
        <p:spPr>
          <a:xfrm>
            <a:off x="891540" y="1301100"/>
            <a:ext cx="260604" cy="1445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750" dirty="0">
                <a:solidFill>
                  <a:srgbClr val="FFFFFF"/>
                </a:solidFill>
              </a:rPr>
              <a:t>2</a:t>
            </a:r>
            <a:endParaRPr lang="en-US" sz="750" dirty="0"/>
          </a:p>
        </p:txBody>
      </p:sp>
      <p:sp>
        <p:nvSpPr>
          <p:cNvPr id="37" name="Shape 35"/>
          <p:cNvSpPr/>
          <p:nvPr/>
        </p:nvSpPr>
        <p:spPr>
          <a:xfrm>
            <a:off x="1152144" y="1275588"/>
            <a:ext cx="260604" cy="212598"/>
          </a:xfrm>
          <a:prstGeom prst="rect">
            <a:avLst/>
          </a:prstGeom>
          <a:solidFill>
            <a:srgbClr val="5DA9E9"/>
          </a:solidFill>
          <a:ln w="10160">
            <a:solidFill>
              <a:srgbClr val="A8B3C2"/>
            </a:solidFill>
            <a:prstDash val="solid"/>
          </a:ln>
        </p:spPr>
        <p:txBody>
          <a:bodyPr/>
          <a:lstStyle/>
          <a:p>
            <a:endParaRPr lang="en-IN" sz="1050"/>
          </a:p>
        </p:txBody>
      </p:sp>
      <p:sp>
        <p:nvSpPr>
          <p:cNvPr id="38" name="Text 36"/>
          <p:cNvSpPr/>
          <p:nvPr/>
        </p:nvSpPr>
        <p:spPr>
          <a:xfrm>
            <a:off x="1152144" y="1301100"/>
            <a:ext cx="260604" cy="1445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750" dirty="0">
                <a:solidFill>
                  <a:srgbClr val="FFFFFF"/>
                </a:solidFill>
              </a:rPr>
              <a:t>3</a:t>
            </a:r>
            <a:endParaRPr lang="en-US" sz="750" dirty="0"/>
          </a:p>
        </p:txBody>
      </p:sp>
      <p:sp>
        <p:nvSpPr>
          <p:cNvPr id="39" name="Shape 37"/>
          <p:cNvSpPr/>
          <p:nvPr/>
        </p:nvSpPr>
        <p:spPr>
          <a:xfrm>
            <a:off x="1412748" y="1275588"/>
            <a:ext cx="260604" cy="212598"/>
          </a:xfrm>
          <a:prstGeom prst="rect">
            <a:avLst/>
          </a:prstGeom>
          <a:solidFill>
            <a:srgbClr val="F2D56B"/>
          </a:solidFill>
          <a:ln w="10160">
            <a:solidFill>
              <a:srgbClr val="A8B3C2"/>
            </a:solidFill>
            <a:prstDash val="solid"/>
          </a:ln>
        </p:spPr>
        <p:txBody>
          <a:bodyPr/>
          <a:lstStyle/>
          <a:p>
            <a:endParaRPr lang="en-IN" sz="1050"/>
          </a:p>
        </p:txBody>
      </p:sp>
      <p:sp>
        <p:nvSpPr>
          <p:cNvPr id="40" name="Text 38"/>
          <p:cNvSpPr/>
          <p:nvPr/>
        </p:nvSpPr>
        <p:spPr>
          <a:xfrm>
            <a:off x="1412748" y="1301100"/>
            <a:ext cx="260604" cy="1445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750" dirty="0">
                <a:solidFill>
                  <a:srgbClr val="FFFFFF"/>
                </a:solidFill>
              </a:rPr>
              <a:t>4</a:t>
            </a:r>
            <a:endParaRPr lang="en-US" sz="750" dirty="0"/>
          </a:p>
        </p:txBody>
      </p:sp>
      <p:sp>
        <p:nvSpPr>
          <p:cNvPr id="41" name="Shape 39"/>
          <p:cNvSpPr/>
          <p:nvPr/>
        </p:nvSpPr>
        <p:spPr>
          <a:xfrm>
            <a:off x="630936" y="1488186"/>
            <a:ext cx="260604" cy="212598"/>
          </a:xfrm>
          <a:prstGeom prst="rect">
            <a:avLst/>
          </a:prstGeom>
          <a:solidFill>
            <a:srgbClr val="F4A340"/>
          </a:solidFill>
          <a:ln w="10160">
            <a:solidFill>
              <a:srgbClr val="A8B3C2"/>
            </a:solidFill>
            <a:prstDash val="solid"/>
          </a:ln>
        </p:spPr>
        <p:txBody>
          <a:bodyPr/>
          <a:lstStyle/>
          <a:p>
            <a:endParaRPr lang="en-IN" sz="1050"/>
          </a:p>
        </p:txBody>
      </p:sp>
      <p:sp>
        <p:nvSpPr>
          <p:cNvPr id="42" name="Text 40"/>
          <p:cNvSpPr/>
          <p:nvPr/>
        </p:nvSpPr>
        <p:spPr>
          <a:xfrm>
            <a:off x="630936" y="1513698"/>
            <a:ext cx="260604" cy="1445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750" dirty="0">
                <a:solidFill>
                  <a:srgbClr val="FFFFFF"/>
                </a:solidFill>
              </a:rPr>
              <a:t>5</a:t>
            </a:r>
            <a:endParaRPr lang="en-US" sz="750" dirty="0"/>
          </a:p>
        </p:txBody>
      </p:sp>
      <p:sp>
        <p:nvSpPr>
          <p:cNvPr id="43" name="Shape 41"/>
          <p:cNvSpPr/>
          <p:nvPr/>
        </p:nvSpPr>
        <p:spPr>
          <a:xfrm>
            <a:off x="891540" y="1488186"/>
            <a:ext cx="260604" cy="212598"/>
          </a:xfrm>
          <a:prstGeom prst="rect">
            <a:avLst/>
          </a:prstGeom>
          <a:solidFill>
            <a:srgbClr val="65C18C"/>
          </a:solidFill>
          <a:ln w="10160">
            <a:solidFill>
              <a:srgbClr val="A8B3C2"/>
            </a:solidFill>
            <a:prstDash val="solid"/>
          </a:ln>
        </p:spPr>
        <p:txBody>
          <a:bodyPr/>
          <a:lstStyle/>
          <a:p>
            <a:endParaRPr lang="en-IN" sz="1050"/>
          </a:p>
        </p:txBody>
      </p:sp>
      <p:sp>
        <p:nvSpPr>
          <p:cNvPr id="44" name="Text 42"/>
          <p:cNvSpPr/>
          <p:nvPr/>
        </p:nvSpPr>
        <p:spPr>
          <a:xfrm>
            <a:off x="891540" y="1513698"/>
            <a:ext cx="260604" cy="1445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750" dirty="0">
                <a:solidFill>
                  <a:srgbClr val="FFFFFF"/>
                </a:solidFill>
              </a:rPr>
              <a:t>6</a:t>
            </a:r>
            <a:endParaRPr lang="en-US" sz="750" dirty="0"/>
          </a:p>
        </p:txBody>
      </p:sp>
      <p:sp>
        <p:nvSpPr>
          <p:cNvPr id="45" name="Shape 43"/>
          <p:cNvSpPr/>
          <p:nvPr/>
        </p:nvSpPr>
        <p:spPr>
          <a:xfrm>
            <a:off x="1152144" y="1488186"/>
            <a:ext cx="260604" cy="212598"/>
          </a:xfrm>
          <a:prstGeom prst="rect">
            <a:avLst/>
          </a:prstGeom>
          <a:solidFill>
            <a:srgbClr val="5DA9E9"/>
          </a:solidFill>
          <a:ln w="10160">
            <a:solidFill>
              <a:srgbClr val="A8B3C2"/>
            </a:solidFill>
            <a:prstDash val="solid"/>
          </a:ln>
        </p:spPr>
        <p:txBody>
          <a:bodyPr/>
          <a:lstStyle/>
          <a:p>
            <a:endParaRPr lang="en-IN" sz="1050"/>
          </a:p>
        </p:txBody>
      </p:sp>
      <p:sp>
        <p:nvSpPr>
          <p:cNvPr id="46" name="Text 44"/>
          <p:cNvSpPr/>
          <p:nvPr/>
        </p:nvSpPr>
        <p:spPr>
          <a:xfrm>
            <a:off x="1152144" y="1513698"/>
            <a:ext cx="260604" cy="1445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750" dirty="0">
                <a:solidFill>
                  <a:srgbClr val="FFFFFF"/>
                </a:solidFill>
              </a:rPr>
              <a:t>7</a:t>
            </a:r>
            <a:endParaRPr lang="en-US" sz="750" dirty="0"/>
          </a:p>
        </p:txBody>
      </p:sp>
      <p:sp>
        <p:nvSpPr>
          <p:cNvPr id="47" name="Shape 45"/>
          <p:cNvSpPr/>
          <p:nvPr/>
        </p:nvSpPr>
        <p:spPr>
          <a:xfrm>
            <a:off x="1412748" y="1488186"/>
            <a:ext cx="260604" cy="212598"/>
          </a:xfrm>
          <a:prstGeom prst="rect">
            <a:avLst/>
          </a:prstGeom>
          <a:solidFill>
            <a:srgbClr val="F2D56B"/>
          </a:solidFill>
          <a:ln w="10160">
            <a:solidFill>
              <a:srgbClr val="A8B3C2"/>
            </a:solidFill>
            <a:prstDash val="solid"/>
          </a:ln>
        </p:spPr>
        <p:txBody>
          <a:bodyPr/>
          <a:lstStyle/>
          <a:p>
            <a:endParaRPr lang="en-IN" sz="1050"/>
          </a:p>
        </p:txBody>
      </p:sp>
      <p:sp>
        <p:nvSpPr>
          <p:cNvPr id="48" name="Text 46"/>
          <p:cNvSpPr/>
          <p:nvPr/>
        </p:nvSpPr>
        <p:spPr>
          <a:xfrm>
            <a:off x="1412748" y="1513698"/>
            <a:ext cx="260604" cy="1445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750" dirty="0">
                <a:solidFill>
                  <a:srgbClr val="FFFFFF"/>
                </a:solidFill>
              </a:rPr>
              <a:t>8</a:t>
            </a:r>
            <a:endParaRPr lang="en-US" sz="750" dirty="0"/>
          </a:p>
        </p:txBody>
      </p:sp>
      <p:sp>
        <p:nvSpPr>
          <p:cNvPr id="49" name="Shape 47"/>
          <p:cNvSpPr/>
          <p:nvPr/>
        </p:nvSpPr>
        <p:spPr>
          <a:xfrm>
            <a:off x="630936" y="1700784"/>
            <a:ext cx="260604" cy="212598"/>
          </a:xfrm>
          <a:prstGeom prst="rect">
            <a:avLst/>
          </a:prstGeom>
          <a:solidFill>
            <a:srgbClr val="F4A340"/>
          </a:solidFill>
          <a:ln w="10160">
            <a:solidFill>
              <a:srgbClr val="A8B3C2"/>
            </a:solidFill>
            <a:prstDash val="solid"/>
          </a:ln>
        </p:spPr>
        <p:txBody>
          <a:bodyPr/>
          <a:lstStyle/>
          <a:p>
            <a:endParaRPr lang="en-IN" sz="1050"/>
          </a:p>
        </p:txBody>
      </p:sp>
      <p:sp>
        <p:nvSpPr>
          <p:cNvPr id="50" name="Text 48"/>
          <p:cNvSpPr/>
          <p:nvPr/>
        </p:nvSpPr>
        <p:spPr>
          <a:xfrm>
            <a:off x="630936" y="1726296"/>
            <a:ext cx="260604" cy="1445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750" dirty="0">
                <a:solidFill>
                  <a:srgbClr val="FFFFFF"/>
                </a:solidFill>
              </a:rPr>
              <a:t>9</a:t>
            </a:r>
            <a:endParaRPr lang="en-US" sz="750" dirty="0"/>
          </a:p>
        </p:txBody>
      </p:sp>
      <p:sp>
        <p:nvSpPr>
          <p:cNvPr id="51" name="Shape 49"/>
          <p:cNvSpPr/>
          <p:nvPr/>
        </p:nvSpPr>
        <p:spPr>
          <a:xfrm>
            <a:off x="891540" y="1700784"/>
            <a:ext cx="260604" cy="212598"/>
          </a:xfrm>
          <a:prstGeom prst="rect">
            <a:avLst/>
          </a:prstGeom>
          <a:solidFill>
            <a:srgbClr val="65C18C"/>
          </a:solidFill>
          <a:ln w="10160">
            <a:solidFill>
              <a:srgbClr val="A8B3C2"/>
            </a:solidFill>
            <a:prstDash val="solid"/>
          </a:ln>
        </p:spPr>
        <p:txBody>
          <a:bodyPr/>
          <a:lstStyle/>
          <a:p>
            <a:endParaRPr lang="en-IN" sz="1050"/>
          </a:p>
        </p:txBody>
      </p:sp>
      <p:sp>
        <p:nvSpPr>
          <p:cNvPr id="52" name="Text 50"/>
          <p:cNvSpPr/>
          <p:nvPr/>
        </p:nvSpPr>
        <p:spPr>
          <a:xfrm>
            <a:off x="891540" y="1726296"/>
            <a:ext cx="260604" cy="1445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750" dirty="0">
                <a:solidFill>
                  <a:srgbClr val="FFFFFF"/>
                </a:solidFill>
              </a:rPr>
              <a:t>10</a:t>
            </a:r>
            <a:endParaRPr lang="en-US" sz="750" dirty="0"/>
          </a:p>
        </p:txBody>
      </p:sp>
      <p:sp>
        <p:nvSpPr>
          <p:cNvPr id="53" name="Shape 51"/>
          <p:cNvSpPr/>
          <p:nvPr/>
        </p:nvSpPr>
        <p:spPr>
          <a:xfrm>
            <a:off x="1152144" y="1700784"/>
            <a:ext cx="260604" cy="212598"/>
          </a:xfrm>
          <a:prstGeom prst="rect">
            <a:avLst/>
          </a:prstGeom>
          <a:solidFill>
            <a:srgbClr val="5DA9E9"/>
          </a:solidFill>
          <a:ln w="10160">
            <a:solidFill>
              <a:srgbClr val="A8B3C2"/>
            </a:solidFill>
            <a:prstDash val="solid"/>
          </a:ln>
        </p:spPr>
        <p:txBody>
          <a:bodyPr/>
          <a:lstStyle/>
          <a:p>
            <a:endParaRPr lang="en-IN" sz="1050"/>
          </a:p>
        </p:txBody>
      </p:sp>
      <p:sp>
        <p:nvSpPr>
          <p:cNvPr id="54" name="Text 52"/>
          <p:cNvSpPr/>
          <p:nvPr/>
        </p:nvSpPr>
        <p:spPr>
          <a:xfrm>
            <a:off x="1152144" y="1726296"/>
            <a:ext cx="260604" cy="1445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750" dirty="0">
                <a:solidFill>
                  <a:srgbClr val="FFFFFF"/>
                </a:solidFill>
              </a:rPr>
              <a:t>11</a:t>
            </a:r>
            <a:endParaRPr lang="en-US" sz="750" dirty="0"/>
          </a:p>
        </p:txBody>
      </p:sp>
      <p:sp>
        <p:nvSpPr>
          <p:cNvPr id="55" name="Shape 53"/>
          <p:cNvSpPr/>
          <p:nvPr/>
        </p:nvSpPr>
        <p:spPr>
          <a:xfrm>
            <a:off x="1412748" y="1700784"/>
            <a:ext cx="260604" cy="212598"/>
          </a:xfrm>
          <a:prstGeom prst="rect">
            <a:avLst/>
          </a:prstGeom>
          <a:solidFill>
            <a:srgbClr val="F2D56B"/>
          </a:solidFill>
          <a:ln w="10160">
            <a:solidFill>
              <a:srgbClr val="A8B3C2"/>
            </a:solidFill>
            <a:prstDash val="solid"/>
          </a:ln>
        </p:spPr>
        <p:txBody>
          <a:bodyPr/>
          <a:lstStyle/>
          <a:p>
            <a:endParaRPr lang="en-IN" sz="1050"/>
          </a:p>
        </p:txBody>
      </p:sp>
      <p:sp>
        <p:nvSpPr>
          <p:cNvPr id="56" name="Text 54"/>
          <p:cNvSpPr/>
          <p:nvPr/>
        </p:nvSpPr>
        <p:spPr>
          <a:xfrm>
            <a:off x="1412748" y="1726296"/>
            <a:ext cx="260604" cy="1445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750" dirty="0">
                <a:solidFill>
                  <a:srgbClr val="FFFFFF"/>
                </a:solidFill>
              </a:rPr>
              <a:t>12</a:t>
            </a:r>
            <a:endParaRPr lang="en-US" sz="750" dirty="0"/>
          </a:p>
        </p:txBody>
      </p:sp>
      <p:sp>
        <p:nvSpPr>
          <p:cNvPr id="57" name="Shape 55"/>
          <p:cNvSpPr/>
          <p:nvPr/>
        </p:nvSpPr>
        <p:spPr>
          <a:xfrm>
            <a:off x="877824" y="2112264"/>
            <a:ext cx="576072" cy="192024"/>
          </a:xfrm>
          <a:prstGeom prst="roundRect">
            <a:avLst>
              <a:gd name="adj" fmla="val 17857"/>
            </a:avLst>
          </a:prstGeom>
          <a:solidFill>
            <a:srgbClr val="DDEEFE"/>
          </a:solidFill>
          <a:ln w="12700">
            <a:solidFill>
              <a:srgbClr val="B7D4F5"/>
            </a:solidFill>
            <a:prstDash val="solid"/>
          </a:ln>
        </p:spPr>
        <p:txBody>
          <a:bodyPr/>
          <a:lstStyle/>
          <a:p>
            <a:endParaRPr lang="en-IN" sz="1050"/>
          </a:p>
        </p:txBody>
      </p:sp>
      <p:sp>
        <p:nvSpPr>
          <p:cNvPr id="58" name="Text 56"/>
          <p:cNvSpPr/>
          <p:nvPr/>
        </p:nvSpPr>
        <p:spPr>
          <a:xfrm>
            <a:off x="877824" y="2132838"/>
            <a:ext cx="576072" cy="1234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788" b="1" dirty="0">
                <a:solidFill>
                  <a:srgbClr val="173F7A"/>
                </a:solidFill>
              </a:rPr>
              <a:t>(2,3,4)</a:t>
            </a:r>
            <a:endParaRPr lang="en-US" sz="788" dirty="0"/>
          </a:p>
        </p:txBody>
      </p:sp>
      <p:sp>
        <p:nvSpPr>
          <p:cNvPr id="59" name="Shape 57"/>
          <p:cNvSpPr/>
          <p:nvPr/>
        </p:nvSpPr>
        <p:spPr>
          <a:xfrm>
            <a:off x="1680210" y="1632204"/>
            <a:ext cx="480060" cy="0"/>
          </a:xfrm>
          <a:prstGeom prst="line">
            <a:avLst/>
          </a:prstGeom>
          <a:noFill/>
          <a:ln w="17780">
            <a:solidFill>
              <a:srgbClr val="7D8798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IN" sz="1050"/>
          </a:p>
        </p:txBody>
      </p:sp>
      <p:sp>
        <p:nvSpPr>
          <p:cNvPr id="60" name="Shape 58"/>
          <p:cNvSpPr/>
          <p:nvPr/>
        </p:nvSpPr>
        <p:spPr>
          <a:xfrm>
            <a:off x="2208276" y="1323594"/>
            <a:ext cx="198882" cy="205740"/>
          </a:xfrm>
          <a:prstGeom prst="rect">
            <a:avLst/>
          </a:prstGeom>
          <a:solidFill>
            <a:srgbClr val="FCE0B2"/>
          </a:solidFill>
          <a:ln w="10160">
            <a:solidFill>
              <a:srgbClr val="A8B3C2"/>
            </a:solidFill>
            <a:prstDash val="solid"/>
          </a:ln>
        </p:spPr>
        <p:txBody>
          <a:bodyPr/>
          <a:lstStyle/>
          <a:p>
            <a:endParaRPr lang="en-IN" sz="1050"/>
          </a:p>
        </p:txBody>
      </p:sp>
      <p:sp>
        <p:nvSpPr>
          <p:cNvPr id="61" name="Text 59"/>
          <p:cNvSpPr/>
          <p:nvPr/>
        </p:nvSpPr>
        <p:spPr>
          <a:xfrm>
            <a:off x="2208276" y="1348282"/>
            <a:ext cx="198882" cy="139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713" dirty="0">
                <a:solidFill>
                  <a:srgbClr val="1E2430"/>
                </a:solidFill>
              </a:rPr>
              <a:t>1</a:t>
            </a:r>
            <a:endParaRPr lang="en-US" sz="713" dirty="0"/>
          </a:p>
        </p:txBody>
      </p:sp>
      <p:sp>
        <p:nvSpPr>
          <p:cNvPr id="62" name="Shape 60"/>
          <p:cNvSpPr/>
          <p:nvPr/>
        </p:nvSpPr>
        <p:spPr>
          <a:xfrm>
            <a:off x="2407158" y="1323594"/>
            <a:ext cx="198882" cy="205740"/>
          </a:xfrm>
          <a:prstGeom prst="rect">
            <a:avLst/>
          </a:prstGeom>
          <a:solidFill>
            <a:srgbClr val="FCE0B2"/>
          </a:solidFill>
          <a:ln w="10160">
            <a:solidFill>
              <a:srgbClr val="A8B3C2"/>
            </a:solidFill>
            <a:prstDash val="solid"/>
          </a:ln>
        </p:spPr>
        <p:txBody>
          <a:bodyPr/>
          <a:lstStyle/>
          <a:p>
            <a:endParaRPr lang="en-IN" sz="1050"/>
          </a:p>
        </p:txBody>
      </p:sp>
      <p:sp>
        <p:nvSpPr>
          <p:cNvPr id="63" name="Text 61"/>
          <p:cNvSpPr/>
          <p:nvPr/>
        </p:nvSpPr>
        <p:spPr>
          <a:xfrm>
            <a:off x="2407158" y="1348282"/>
            <a:ext cx="198882" cy="139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713" dirty="0">
                <a:solidFill>
                  <a:srgbClr val="1E2430"/>
                </a:solidFill>
              </a:rPr>
              <a:t>2</a:t>
            </a:r>
            <a:endParaRPr lang="en-US" sz="713" dirty="0"/>
          </a:p>
        </p:txBody>
      </p:sp>
      <p:sp>
        <p:nvSpPr>
          <p:cNvPr id="64" name="Shape 62"/>
          <p:cNvSpPr/>
          <p:nvPr/>
        </p:nvSpPr>
        <p:spPr>
          <a:xfrm>
            <a:off x="2606040" y="1323594"/>
            <a:ext cx="198882" cy="205740"/>
          </a:xfrm>
          <a:prstGeom prst="rect">
            <a:avLst/>
          </a:prstGeom>
          <a:solidFill>
            <a:srgbClr val="FCE0B2"/>
          </a:solidFill>
          <a:ln w="10160">
            <a:solidFill>
              <a:srgbClr val="A8B3C2"/>
            </a:solidFill>
            <a:prstDash val="solid"/>
          </a:ln>
        </p:spPr>
        <p:txBody>
          <a:bodyPr/>
          <a:lstStyle/>
          <a:p>
            <a:endParaRPr lang="en-IN" sz="1050"/>
          </a:p>
        </p:txBody>
      </p:sp>
      <p:sp>
        <p:nvSpPr>
          <p:cNvPr id="65" name="Text 63"/>
          <p:cNvSpPr/>
          <p:nvPr/>
        </p:nvSpPr>
        <p:spPr>
          <a:xfrm>
            <a:off x="2606040" y="1348282"/>
            <a:ext cx="198882" cy="139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713" dirty="0">
                <a:solidFill>
                  <a:srgbClr val="1E2430"/>
                </a:solidFill>
              </a:rPr>
              <a:t>3</a:t>
            </a:r>
            <a:endParaRPr lang="en-US" sz="713" dirty="0"/>
          </a:p>
        </p:txBody>
      </p:sp>
      <p:sp>
        <p:nvSpPr>
          <p:cNvPr id="66" name="Shape 64"/>
          <p:cNvSpPr/>
          <p:nvPr/>
        </p:nvSpPr>
        <p:spPr>
          <a:xfrm>
            <a:off x="2804922" y="1323594"/>
            <a:ext cx="198882" cy="205740"/>
          </a:xfrm>
          <a:prstGeom prst="rect">
            <a:avLst/>
          </a:prstGeom>
          <a:solidFill>
            <a:srgbClr val="DFF4E6"/>
          </a:solidFill>
          <a:ln w="10160">
            <a:solidFill>
              <a:srgbClr val="A8B3C2"/>
            </a:solidFill>
            <a:prstDash val="solid"/>
          </a:ln>
        </p:spPr>
        <p:txBody>
          <a:bodyPr/>
          <a:lstStyle/>
          <a:p>
            <a:endParaRPr lang="en-IN" sz="1050"/>
          </a:p>
        </p:txBody>
      </p:sp>
      <p:sp>
        <p:nvSpPr>
          <p:cNvPr id="67" name="Text 65"/>
          <p:cNvSpPr/>
          <p:nvPr/>
        </p:nvSpPr>
        <p:spPr>
          <a:xfrm>
            <a:off x="2804922" y="1348282"/>
            <a:ext cx="198882" cy="139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713" dirty="0">
                <a:solidFill>
                  <a:srgbClr val="1E2430"/>
                </a:solidFill>
              </a:rPr>
              <a:t>4</a:t>
            </a:r>
            <a:endParaRPr lang="en-US" sz="713" dirty="0"/>
          </a:p>
        </p:txBody>
      </p:sp>
      <p:sp>
        <p:nvSpPr>
          <p:cNvPr id="68" name="Shape 66"/>
          <p:cNvSpPr/>
          <p:nvPr/>
        </p:nvSpPr>
        <p:spPr>
          <a:xfrm>
            <a:off x="3003804" y="1323594"/>
            <a:ext cx="198882" cy="205740"/>
          </a:xfrm>
          <a:prstGeom prst="rect">
            <a:avLst/>
          </a:prstGeom>
          <a:solidFill>
            <a:srgbClr val="DFF4E6"/>
          </a:solidFill>
          <a:ln w="10160">
            <a:solidFill>
              <a:srgbClr val="A8B3C2"/>
            </a:solidFill>
            <a:prstDash val="solid"/>
          </a:ln>
        </p:spPr>
        <p:txBody>
          <a:bodyPr/>
          <a:lstStyle/>
          <a:p>
            <a:endParaRPr lang="en-IN" sz="1050"/>
          </a:p>
        </p:txBody>
      </p:sp>
      <p:sp>
        <p:nvSpPr>
          <p:cNvPr id="69" name="Text 67"/>
          <p:cNvSpPr/>
          <p:nvPr/>
        </p:nvSpPr>
        <p:spPr>
          <a:xfrm>
            <a:off x="3003804" y="1348282"/>
            <a:ext cx="198882" cy="139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713" dirty="0">
                <a:solidFill>
                  <a:srgbClr val="1E2430"/>
                </a:solidFill>
              </a:rPr>
              <a:t>5</a:t>
            </a:r>
            <a:endParaRPr lang="en-US" sz="713" dirty="0"/>
          </a:p>
        </p:txBody>
      </p:sp>
      <p:sp>
        <p:nvSpPr>
          <p:cNvPr id="70" name="Shape 68"/>
          <p:cNvSpPr/>
          <p:nvPr/>
        </p:nvSpPr>
        <p:spPr>
          <a:xfrm>
            <a:off x="3202686" y="1323594"/>
            <a:ext cx="198882" cy="205740"/>
          </a:xfrm>
          <a:prstGeom prst="rect">
            <a:avLst/>
          </a:prstGeom>
          <a:solidFill>
            <a:srgbClr val="DFF4E6"/>
          </a:solidFill>
          <a:ln w="10160">
            <a:solidFill>
              <a:srgbClr val="A8B3C2"/>
            </a:solidFill>
            <a:prstDash val="solid"/>
          </a:ln>
        </p:spPr>
        <p:txBody>
          <a:bodyPr/>
          <a:lstStyle/>
          <a:p>
            <a:endParaRPr lang="en-IN" sz="1050"/>
          </a:p>
        </p:txBody>
      </p:sp>
      <p:sp>
        <p:nvSpPr>
          <p:cNvPr id="71" name="Text 69"/>
          <p:cNvSpPr/>
          <p:nvPr/>
        </p:nvSpPr>
        <p:spPr>
          <a:xfrm>
            <a:off x="3202686" y="1348282"/>
            <a:ext cx="198882" cy="139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713" dirty="0">
                <a:solidFill>
                  <a:srgbClr val="1E2430"/>
                </a:solidFill>
              </a:rPr>
              <a:t>6</a:t>
            </a:r>
            <a:endParaRPr lang="en-US" sz="713" dirty="0"/>
          </a:p>
        </p:txBody>
      </p:sp>
      <p:sp>
        <p:nvSpPr>
          <p:cNvPr id="72" name="Shape 70"/>
          <p:cNvSpPr/>
          <p:nvPr/>
        </p:nvSpPr>
        <p:spPr>
          <a:xfrm>
            <a:off x="3401568" y="1323594"/>
            <a:ext cx="198882" cy="205740"/>
          </a:xfrm>
          <a:prstGeom prst="rect">
            <a:avLst/>
          </a:prstGeom>
          <a:solidFill>
            <a:srgbClr val="DDEEFE"/>
          </a:solidFill>
          <a:ln w="10160">
            <a:solidFill>
              <a:srgbClr val="A8B3C2"/>
            </a:solidFill>
            <a:prstDash val="solid"/>
          </a:ln>
        </p:spPr>
        <p:txBody>
          <a:bodyPr/>
          <a:lstStyle/>
          <a:p>
            <a:endParaRPr lang="en-IN" sz="1050"/>
          </a:p>
        </p:txBody>
      </p:sp>
      <p:sp>
        <p:nvSpPr>
          <p:cNvPr id="73" name="Text 71"/>
          <p:cNvSpPr/>
          <p:nvPr/>
        </p:nvSpPr>
        <p:spPr>
          <a:xfrm>
            <a:off x="3401568" y="1348282"/>
            <a:ext cx="198882" cy="139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713" dirty="0">
                <a:solidFill>
                  <a:srgbClr val="1E2430"/>
                </a:solidFill>
              </a:rPr>
              <a:t>7</a:t>
            </a:r>
            <a:endParaRPr lang="en-US" sz="713" dirty="0"/>
          </a:p>
        </p:txBody>
      </p:sp>
      <p:sp>
        <p:nvSpPr>
          <p:cNvPr id="74" name="Shape 72"/>
          <p:cNvSpPr/>
          <p:nvPr/>
        </p:nvSpPr>
        <p:spPr>
          <a:xfrm>
            <a:off x="3600450" y="1323594"/>
            <a:ext cx="198882" cy="205740"/>
          </a:xfrm>
          <a:prstGeom prst="rect">
            <a:avLst/>
          </a:prstGeom>
          <a:solidFill>
            <a:srgbClr val="DDEEFE"/>
          </a:solidFill>
          <a:ln w="10160">
            <a:solidFill>
              <a:srgbClr val="A8B3C2"/>
            </a:solidFill>
            <a:prstDash val="solid"/>
          </a:ln>
        </p:spPr>
        <p:txBody>
          <a:bodyPr/>
          <a:lstStyle/>
          <a:p>
            <a:endParaRPr lang="en-IN" sz="1050"/>
          </a:p>
        </p:txBody>
      </p:sp>
      <p:sp>
        <p:nvSpPr>
          <p:cNvPr id="75" name="Text 73"/>
          <p:cNvSpPr/>
          <p:nvPr/>
        </p:nvSpPr>
        <p:spPr>
          <a:xfrm>
            <a:off x="3600450" y="1348282"/>
            <a:ext cx="198882" cy="139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713" dirty="0">
                <a:solidFill>
                  <a:srgbClr val="1E2430"/>
                </a:solidFill>
              </a:rPr>
              <a:t>8</a:t>
            </a:r>
            <a:endParaRPr lang="en-US" sz="713" dirty="0"/>
          </a:p>
        </p:txBody>
      </p:sp>
      <p:sp>
        <p:nvSpPr>
          <p:cNvPr id="76" name="Shape 74"/>
          <p:cNvSpPr/>
          <p:nvPr/>
        </p:nvSpPr>
        <p:spPr>
          <a:xfrm>
            <a:off x="3799332" y="1323594"/>
            <a:ext cx="198882" cy="205740"/>
          </a:xfrm>
          <a:prstGeom prst="rect">
            <a:avLst/>
          </a:prstGeom>
          <a:solidFill>
            <a:srgbClr val="DDEEFE"/>
          </a:solidFill>
          <a:ln w="10160">
            <a:solidFill>
              <a:srgbClr val="A8B3C2"/>
            </a:solidFill>
            <a:prstDash val="solid"/>
          </a:ln>
        </p:spPr>
        <p:txBody>
          <a:bodyPr/>
          <a:lstStyle/>
          <a:p>
            <a:endParaRPr lang="en-IN" sz="1050"/>
          </a:p>
        </p:txBody>
      </p:sp>
      <p:sp>
        <p:nvSpPr>
          <p:cNvPr id="77" name="Text 75"/>
          <p:cNvSpPr/>
          <p:nvPr/>
        </p:nvSpPr>
        <p:spPr>
          <a:xfrm>
            <a:off x="3799332" y="1348282"/>
            <a:ext cx="198882" cy="139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713" dirty="0">
                <a:solidFill>
                  <a:srgbClr val="1E2430"/>
                </a:solidFill>
              </a:rPr>
              <a:t>9</a:t>
            </a:r>
            <a:endParaRPr lang="en-US" sz="713" dirty="0"/>
          </a:p>
        </p:txBody>
      </p:sp>
      <p:sp>
        <p:nvSpPr>
          <p:cNvPr id="78" name="Shape 76"/>
          <p:cNvSpPr/>
          <p:nvPr/>
        </p:nvSpPr>
        <p:spPr>
          <a:xfrm>
            <a:off x="3998214" y="1323594"/>
            <a:ext cx="198882" cy="205740"/>
          </a:xfrm>
          <a:prstGeom prst="rect">
            <a:avLst/>
          </a:prstGeom>
          <a:solidFill>
            <a:srgbClr val="E7E1FE"/>
          </a:solidFill>
          <a:ln w="10160">
            <a:solidFill>
              <a:srgbClr val="A8B3C2"/>
            </a:solidFill>
            <a:prstDash val="solid"/>
          </a:ln>
        </p:spPr>
        <p:txBody>
          <a:bodyPr/>
          <a:lstStyle/>
          <a:p>
            <a:endParaRPr lang="en-IN" sz="1050"/>
          </a:p>
        </p:txBody>
      </p:sp>
      <p:sp>
        <p:nvSpPr>
          <p:cNvPr id="79" name="Text 77"/>
          <p:cNvSpPr/>
          <p:nvPr/>
        </p:nvSpPr>
        <p:spPr>
          <a:xfrm>
            <a:off x="3998214" y="1348282"/>
            <a:ext cx="198882" cy="139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713" dirty="0">
                <a:solidFill>
                  <a:srgbClr val="1E2430"/>
                </a:solidFill>
              </a:rPr>
              <a:t>10</a:t>
            </a:r>
            <a:endParaRPr lang="en-US" sz="713" dirty="0"/>
          </a:p>
        </p:txBody>
      </p:sp>
      <p:sp>
        <p:nvSpPr>
          <p:cNvPr id="80" name="Shape 78"/>
          <p:cNvSpPr/>
          <p:nvPr/>
        </p:nvSpPr>
        <p:spPr>
          <a:xfrm>
            <a:off x="4197096" y="1323594"/>
            <a:ext cx="198882" cy="205740"/>
          </a:xfrm>
          <a:prstGeom prst="rect">
            <a:avLst/>
          </a:prstGeom>
          <a:solidFill>
            <a:srgbClr val="E7E1FE"/>
          </a:solidFill>
          <a:ln w="10160">
            <a:solidFill>
              <a:srgbClr val="A8B3C2"/>
            </a:solidFill>
            <a:prstDash val="solid"/>
          </a:ln>
        </p:spPr>
        <p:txBody>
          <a:bodyPr/>
          <a:lstStyle/>
          <a:p>
            <a:endParaRPr lang="en-IN" sz="1050"/>
          </a:p>
        </p:txBody>
      </p:sp>
      <p:sp>
        <p:nvSpPr>
          <p:cNvPr id="81" name="Text 79"/>
          <p:cNvSpPr/>
          <p:nvPr/>
        </p:nvSpPr>
        <p:spPr>
          <a:xfrm>
            <a:off x="4197096" y="1348282"/>
            <a:ext cx="198882" cy="139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713" dirty="0">
                <a:solidFill>
                  <a:srgbClr val="1E2430"/>
                </a:solidFill>
              </a:rPr>
              <a:t>11</a:t>
            </a:r>
            <a:endParaRPr lang="en-US" sz="713" dirty="0"/>
          </a:p>
        </p:txBody>
      </p:sp>
      <p:sp>
        <p:nvSpPr>
          <p:cNvPr id="82" name="Shape 80"/>
          <p:cNvSpPr/>
          <p:nvPr/>
        </p:nvSpPr>
        <p:spPr>
          <a:xfrm>
            <a:off x="4395978" y="1323594"/>
            <a:ext cx="198882" cy="205740"/>
          </a:xfrm>
          <a:prstGeom prst="rect">
            <a:avLst/>
          </a:prstGeom>
          <a:solidFill>
            <a:srgbClr val="E7E1FE"/>
          </a:solidFill>
          <a:ln w="10160">
            <a:solidFill>
              <a:srgbClr val="A8B3C2"/>
            </a:solidFill>
            <a:prstDash val="solid"/>
          </a:ln>
        </p:spPr>
        <p:txBody>
          <a:bodyPr/>
          <a:lstStyle/>
          <a:p>
            <a:endParaRPr lang="en-IN" sz="1050"/>
          </a:p>
        </p:txBody>
      </p:sp>
      <p:sp>
        <p:nvSpPr>
          <p:cNvPr id="83" name="Text 81"/>
          <p:cNvSpPr/>
          <p:nvPr/>
        </p:nvSpPr>
        <p:spPr>
          <a:xfrm>
            <a:off x="4395978" y="1348282"/>
            <a:ext cx="198882" cy="139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713" dirty="0">
                <a:solidFill>
                  <a:srgbClr val="1E2430"/>
                </a:solidFill>
              </a:rPr>
              <a:t>12</a:t>
            </a:r>
            <a:endParaRPr lang="en-US" sz="713" dirty="0"/>
          </a:p>
        </p:txBody>
      </p:sp>
      <p:sp>
        <p:nvSpPr>
          <p:cNvPr id="84" name="Shape 82"/>
          <p:cNvSpPr/>
          <p:nvPr/>
        </p:nvSpPr>
        <p:spPr>
          <a:xfrm>
            <a:off x="2208276" y="1529334"/>
            <a:ext cx="198882" cy="205740"/>
          </a:xfrm>
          <a:prstGeom prst="rect">
            <a:avLst/>
          </a:prstGeom>
          <a:solidFill>
            <a:srgbClr val="FCE0B2"/>
          </a:solidFill>
          <a:ln w="10160">
            <a:solidFill>
              <a:srgbClr val="A8B3C2"/>
            </a:solidFill>
            <a:prstDash val="solid"/>
          </a:ln>
        </p:spPr>
        <p:txBody>
          <a:bodyPr/>
          <a:lstStyle/>
          <a:p>
            <a:endParaRPr lang="en-IN" sz="1050"/>
          </a:p>
        </p:txBody>
      </p:sp>
      <p:sp>
        <p:nvSpPr>
          <p:cNvPr id="85" name="Text 83"/>
          <p:cNvSpPr/>
          <p:nvPr/>
        </p:nvSpPr>
        <p:spPr>
          <a:xfrm>
            <a:off x="2208276" y="1554022"/>
            <a:ext cx="198882" cy="139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713" dirty="0">
                <a:solidFill>
                  <a:srgbClr val="1E2430"/>
                </a:solidFill>
              </a:rPr>
              <a:t>13</a:t>
            </a:r>
            <a:endParaRPr lang="en-US" sz="713" dirty="0"/>
          </a:p>
        </p:txBody>
      </p:sp>
      <p:sp>
        <p:nvSpPr>
          <p:cNvPr id="86" name="Shape 84"/>
          <p:cNvSpPr/>
          <p:nvPr/>
        </p:nvSpPr>
        <p:spPr>
          <a:xfrm>
            <a:off x="2407158" y="1529334"/>
            <a:ext cx="198882" cy="205740"/>
          </a:xfrm>
          <a:prstGeom prst="rect">
            <a:avLst/>
          </a:prstGeom>
          <a:solidFill>
            <a:srgbClr val="FCE0B2"/>
          </a:solidFill>
          <a:ln w="10160">
            <a:solidFill>
              <a:srgbClr val="A8B3C2"/>
            </a:solidFill>
            <a:prstDash val="solid"/>
          </a:ln>
        </p:spPr>
        <p:txBody>
          <a:bodyPr/>
          <a:lstStyle/>
          <a:p>
            <a:endParaRPr lang="en-IN" sz="1050"/>
          </a:p>
        </p:txBody>
      </p:sp>
      <p:sp>
        <p:nvSpPr>
          <p:cNvPr id="87" name="Text 85"/>
          <p:cNvSpPr/>
          <p:nvPr/>
        </p:nvSpPr>
        <p:spPr>
          <a:xfrm>
            <a:off x="2407158" y="1554022"/>
            <a:ext cx="198882" cy="139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713" dirty="0">
                <a:solidFill>
                  <a:srgbClr val="1E2430"/>
                </a:solidFill>
              </a:rPr>
              <a:t>14</a:t>
            </a:r>
            <a:endParaRPr lang="en-US" sz="713" dirty="0"/>
          </a:p>
        </p:txBody>
      </p:sp>
      <p:sp>
        <p:nvSpPr>
          <p:cNvPr id="88" name="Shape 86"/>
          <p:cNvSpPr/>
          <p:nvPr/>
        </p:nvSpPr>
        <p:spPr>
          <a:xfrm>
            <a:off x="2606040" y="1529334"/>
            <a:ext cx="198882" cy="205740"/>
          </a:xfrm>
          <a:prstGeom prst="rect">
            <a:avLst/>
          </a:prstGeom>
          <a:solidFill>
            <a:srgbClr val="FCE0B2"/>
          </a:solidFill>
          <a:ln w="10160">
            <a:solidFill>
              <a:srgbClr val="A8B3C2"/>
            </a:solidFill>
            <a:prstDash val="solid"/>
          </a:ln>
        </p:spPr>
        <p:txBody>
          <a:bodyPr/>
          <a:lstStyle/>
          <a:p>
            <a:endParaRPr lang="en-IN" sz="1050"/>
          </a:p>
        </p:txBody>
      </p:sp>
      <p:sp>
        <p:nvSpPr>
          <p:cNvPr id="89" name="Text 87"/>
          <p:cNvSpPr/>
          <p:nvPr/>
        </p:nvSpPr>
        <p:spPr>
          <a:xfrm>
            <a:off x="2606040" y="1554022"/>
            <a:ext cx="198882" cy="139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713" dirty="0">
                <a:solidFill>
                  <a:srgbClr val="1E2430"/>
                </a:solidFill>
              </a:rPr>
              <a:t>15</a:t>
            </a:r>
            <a:endParaRPr lang="en-US" sz="713" dirty="0"/>
          </a:p>
        </p:txBody>
      </p:sp>
      <p:sp>
        <p:nvSpPr>
          <p:cNvPr id="90" name="Shape 88"/>
          <p:cNvSpPr/>
          <p:nvPr/>
        </p:nvSpPr>
        <p:spPr>
          <a:xfrm>
            <a:off x="2804922" y="1529334"/>
            <a:ext cx="198882" cy="205740"/>
          </a:xfrm>
          <a:prstGeom prst="rect">
            <a:avLst/>
          </a:prstGeom>
          <a:solidFill>
            <a:srgbClr val="DFF4E6"/>
          </a:solidFill>
          <a:ln w="10160">
            <a:solidFill>
              <a:srgbClr val="A8B3C2"/>
            </a:solidFill>
            <a:prstDash val="solid"/>
          </a:ln>
        </p:spPr>
        <p:txBody>
          <a:bodyPr/>
          <a:lstStyle/>
          <a:p>
            <a:endParaRPr lang="en-IN" sz="1050"/>
          </a:p>
        </p:txBody>
      </p:sp>
      <p:sp>
        <p:nvSpPr>
          <p:cNvPr id="91" name="Text 89"/>
          <p:cNvSpPr/>
          <p:nvPr/>
        </p:nvSpPr>
        <p:spPr>
          <a:xfrm>
            <a:off x="2804922" y="1554022"/>
            <a:ext cx="198882" cy="139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713" dirty="0">
                <a:solidFill>
                  <a:srgbClr val="1E2430"/>
                </a:solidFill>
              </a:rPr>
              <a:t>16</a:t>
            </a:r>
            <a:endParaRPr lang="en-US" sz="713" dirty="0"/>
          </a:p>
        </p:txBody>
      </p:sp>
      <p:sp>
        <p:nvSpPr>
          <p:cNvPr id="92" name="Shape 90"/>
          <p:cNvSpPr/>
          <p:nvPr/>
        </p:nvSpPr>
        <p:spPr>
          <a:xfrm>
            <a:off x="3003804" y="1529334"/>
            <a:ext cx="198882" cy="205740"/>
          </a:xfrm>
          <a:prstGeom prst="rect">
            <a:avLst/>
          </a:prstGeom>
          <a:solidFill>
            <a:srgbClr val="DFF4E6"/>
          </a:solidFill>
          <a:ln w="10160">
            <a:solidFill>
              <a:srgbClr val="A8B3C2"/>
            </a:solidFill>
            <a:prstDash val="solid"/>
          </a:ln>
        </p:spPr>
        <p:txBody>
          <a:bodyPr/>
          <a:lstStyle/>
          <a:p>
            <a:endParaRPr lang="en-IN" sz="1050"/>
          </a:p>
        </p:txBody>
      </p:sp>
      <p:sp>
        <p:nvSpPr>
          <p:cNvPr id="93" name="Text 91"/>
          <p:cNvSpPr/>
          <p:nvPr/>
        </p:nvSpPr>
        <p:spPr>
          <a:xfrm>
            <a:off x="3003804" y="1554022"/>
            <a:ext cx="198882" cy="139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713" dirty="0">
                <a:solidFill>
                  <a:srgbClr val="1E2430"/>
                </a:solidFill>
              </a:rPr>
              <a:t>17</a:t>
            </a:r>
            <a:endParaRPr lang="en-US" sz="713" dirty="0"/>
          </a:p>
        </p:txBody>
      </p:sp>
      <p:sp>
        <p:nvSpPr>
          <p:cNvPr id="94" name="Shape 92"/>
          <p:cNvSpPr/>
          <p:nvPr/>
        </p:nvSpPr>
        <p:spPr>
          <a:xfrm>
            <a:off x="3202686" y="1529334"/>
            <a:ext cx="198882" cy="205740"/>
          </a:xfrm>
          <a:prstGeom prst="rect">
            <a:avLst/>
          </a:prstGeom>
          <a:solidFill>
            <a:srgbClr val="DFF4E6"/>
          </a:solidFill>
          <a:ln w="10160">
            <a:solidFill>
              <a:srgbClr val="A8B3C2"/>
            </a:solidFill>
            <a:prstDash val="solid"/>
          </a:ln>
        </p:spPr>
        <p:txBody>
          <a:bodyPr/>
          <a:lstStyle/>
          <a:p>
            <a:endParaRPr lang="en-IN" sz="1050"/>
          </a:p>
        </p:txBody>
      </p:sp>
      <p:sp>
        <p:nvSpPr>
          <p:cNvPr id="95" name="Text 93"/>
          <p:cNvSpPr/>
          <p:nvPr/>
        </p:nvSpPr>
        <p:spPr>
          <a:xfrm>
            <a:off x="3202686" y="1554022"/>
            <a:ext cx="198882" cy="139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713" dirty="0">
                <a:solidFill>
                  <a:srgbClr val="1E2430"/>
                </a:solidFill>
              </a:rPr>
              <a:t>18</a:t>
            </a:r>
            <a:endParaRPr lang="en-US" sz="713" dirty="0"/>
          </a:p>
        </p:txBody>
      </p:sp>
      <p:sp>
        <p:nvSpPr>
          <p:cNvPr id="96" name="Shape 94"/>
          <p:cNvSpPr/>
          <p:nvPr/>
        </p:nvSpPr>
        <p:spPr>
          <a:xfrm>
            <a:off x="3401568" y="1529334"/>
            <a:ext cx="198882" cy="205740"/>
          </a:xfrm>
          <a:prstGeom prst="rect">
            <a:avLst/>
          </a:prstGeom>
          <a:solidFill>
            <a:srgbClr val="DDEEFE"/>
          </a:solidFill>
          <a:ln w="10160">
            <a:solidFill>
              <a:srgbClr val="A8B3C2"/>
            </a:solidFill>
            <a:prstDash val="solid"/>
          </a:ln>
        </p:spPr>
        <p:txBody>
          <a:bodyPr/>
          <a:lstStyle/>
          <a:p>
            <a:endParaRPr lang="en-IN" sz="1050"/>
          </a:p>
        </p:txBody>
      </p:sp>
      <p:sp>
        <p:nvSpPr>
          <p:cNvPr id="97" name="Text 95"/>
          <p:cNvSpPr/>
          <p:nvPr/>
        </p:nvSpPr>
        <p:spPr>
          <a:xfrm>
            <a:off x="3401568" y="1554022"/>
            <a:ext cx="198882" cy="139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713" dirty="0">
                <a:solidFill>
                  <a:srgbClr val="1E2430"/>
                </a:solidFill>
              </a:rPr>
              <a:t>19</a:t>
            </a:r>
            <a:endParaRPr lang="en-US" sz="713" dirty="0"/>
          </a:p>
        </p:txBody>
      </p:sp>
      <p:sp>
        <p:nvSpPr>
          <p:cNvPr id="98" name="Shape 96"/>
          <p:cNvSpPr/>
          <p:nvPr/>
        </p:nvSpPr>
        <p:spPr>
          <a:xfrm>
            <a:off x="3600450" y="1529334"/>
            <a:ext cx="198882" cy="205740"/>
          </a:xfrm>
          <a:prstGeom prst="rect">
            <a:avLst/>
          </a:prstGeom>
          <a:solidFill>
            <a:srgbClr val="DDEEFE"/>
          </a:solidFill>
          <a:ln w="10160">
            <a:solidFill>
              <a:srgbClr val="A8B3C2"/>
            </a:solidFill>
            <a:prstDash val="solid"/>
          </a:ln>
        </p:spPr>
        <p:txBody>
          <a:bodyPr/>
          <a:lstStyle/>
          <a:p>
            <a:endParaRPr lang="en-IN" sz="1050"/>
          </a:p>
        </p:txBody>
      </p:sp>
      <p:sp>
        <p:nvSpPr>
          <p:cNvPr id="99" name="Text 97"/>
          <p:cNvSpPr/>
          <p:nvPr/>
        </p:nvSpPr>
        <p:spPr>
          <a:xfrm>
            <a:off x="3600450" y="1554022"/>
            <a:ext cx="198882" cy="139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713" dirty="0">
                <a:solidFill>
                  <a:srgbClr val="1E2430"/>
                </a:solidFill>
              </a:rPr>
              <a:t>20</a:t>
            </a:r>
            <a:endParaRPr lang="en-US" sz="713" dirty="0"/>
          </a:p>
        </p:txBody>
      </p:sp>
      <p:sp>
        <p:nvSpPr>
          <p:cNvPr id="100" name="Shape 98"/>
          <p:cNvSpPr/>
          <p:nvPr/>
        </p:nvSpPr>
        <p:spPr>
          <a:xfrm>
            <a:off x="3799332" y="1529334"/>
            <a:ext cx="198882" cy="205740"/>
          </a:xfrm>
          <a:prstGeom prst="rect">
            <a:avLst/>
          </a:prstGeom>
          <a:solidFill>
            <a:srgbClr val="DDEEFE"/>
          </a:solidFill>
          <a:ln w="10160">
            <a:solidFill>
              <a:srgbClr val="A8B3C2"/>
            </a:solidFill>
            <a:prstDash val="solid"/>
          </a:ln>
        </p:spPr>
        <p:txBody>
          <a:bodyPr/>
          <a:lstStyle/>
          <a:p>
            <a:endParaRPr lang="en-IN" sz="1050"/>
          </a:p>
        </p:txBody>
      </p:sp>
      <p:sp>
        <p:nvSpPr>
          <p:cNvPr id="101" name="Text 99"/>
          <p:cNvSpPr/>
          <p:nvPr/>
        </p:nvSpPr>
        <p:spPr>
          <a:xfrm>
            <a:off x="3799332" y="1554022"/>
            <a:ext cx="198882" cy="139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713" dirty="0">
                <a:solidFill>
                  <a:srgbClr val="1E2430"/>
                </a:solidFill>
              </a:rPr>
              <a:t>21</a:t>
            </a:r>
            <a:endParaRPr lang="en-US" sz="713" dirty="0"/>
          </a:p>
        </p:txBody>
      </p:sp>
      <p:sp>
        <p:nvSpPr>
          <p:cNvPr id="102" name="Shape 100"/>
          <p:cNvSpPr/>
          <p:nvPr/>
        </p:nvSpPr>
        <p:spPr>
          <a:xfrm>
            <a:off x="3998214" y="1529334"/>
            <a:ext cx="198882" cy="205740"/>
          </a:xfrm>
          <a:prstGeom prst="rect">
            <a:avLst/>
          </a:prstGeom>
          <a:solidFill>
            <a:srgbClr val="E7E1FE"/>
          </a:solidFill>
          <a:ln w="10160">
            <a:solidFill>
              <a:srgbClr val="A8B3C2"/>
            </a:solidFill>
            <a:prstDash val="solid"/>
          </a:ln>
        </p:spPr>
        <p:txBody>
          <a:bodyPr/>
          <a:lstStyle/>
          <a:p>
            <a:endParaRPr lang="en-IN" sz="1050"/>
          </a:p>
        </p:txBody>
      </p:sp>
      <p:sp>
        <p:nvSpPr>
          <p:cNvPr id="103" name="Text 101"/>
          <p:cNvSpPr/>
          <p:nvPr/>
        </p:nvSpPr>
        <p:spPr>
          <a:xfrm>
            <a:off x="3998214" y="1554022"/>
            <a:ext cx="198882" cy="139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713" dirty="0">
                <a:solidFill>
                  <a:srgbClr val="1E2430"/>
                </a:solidFill>
              </a:rPr>
              <a:t>22</a:t>
            </a:r>
            <a:endParaRPr lang="en-US" sz="713" dirty="0"/>
          </a:p>
        </p:txBody>
      </p:sp>
      <p:sp>
        <p:nvSpPr>
          <p:cNvPr id="104" name="Shape 102"/>
          <p:cNvSpPr/>
          <p:nvPr/>
        </p:nvSpPr>
        <p:spPr>
          <a:xfrm>
            <a:off x="4197096" y="1529334"/>
            <a:ext cx="198882" cy="205740"/>
          </a:xfrm>
          <a:prstGeom prst="rect">
            <a:avLst/>
          </a:prstGeom>
          <a:solidFill>
            <a:srgbClr val="E7E1FE"/>
          </a:solidFill>
          <a:ln w="10160">
            <a:solidFill>
              <a:srgbClr val="A8B3C2"/>
            </a:solidFill>
            <a:prstDash val="solid"/>
          </a:ln>
        </p:spPr>
        <p:txBody>
          <a:bodyPr/>
          <a:lstStyle/>
          <a:p>
            <a:endParaRPr lang="en-IN" sz="1050"/>
          </a:p>
        </p:txBody>
      </p:sp>
      <p:sp>
        <p:nvSpPr>
          <p:cNvPr id="105" name="Text 103"/>
          <p:cNvSpPr/>
          <p:nvPr/>
        </p:nvSpPr>
        <p:spPr>
          <a:xfrm>
            <a:off x="4197096" y="1554022"/>
            <a:ext cx="198882" cy="139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713" dirty="0">
                <a:solidFill>
                  <a:srgbClr val="1E2430"/>
                </a:solidFill>
              </a:rPr>
              <a:t>23</a:t>
            </a:r>
            <a:endParaRPr lang="en-US" sz="713" dirty="0"/>
          </a:p>
        </p:txBody>
      </p:sp>
      <p:sp>
        <p:nvSpPr>
          <p:cNvPr id="106" name="Shape 104"/>
          <p:cNvSpPr/>
          <p:nvPr/>
        </p:nvSpPr>
        <p:spPr>
          <a:xfrm>
            <a:off x="4395978" y="1529334"/>
            <a:ext cx="198882" cy="205740"/>
          </a:xfrm>
          <a:prstGeom prst="rect">
            <a:avLst/>
          </a:prstGeom>
          <a:solidFill>
            <a:srgbClr val="E7E1FE"/>
          </a:solidFill>
          <a:ln w="10160">
            <a:solidFill>
              <a:srgbClr val="A8B3C2"/>
            </a:solidFill>
            <a:prstDash val="solid"/>
          </a:ln>
        </p:spPr>
        <p:txBody>
          <a:bodyPr/>
          <a:lstStyle/>
          <a:p>
            <a:endParaRPr lang="en-IN" sz="1050"/>
          </a:p>
        </p:txBody>
      </p:sp>
      <p:sp>
        <p:nvSpPr>
          <p:cNvPr id="107" name="Text 105"/>
          <p:cNvSpPr/>
          <p:nvPr/>
        </p:nvSpPr>
        <p:spPr>
          <a:xfrm>
            <a:off x="4395978" y="1554022"/>
            <a:ext cx="198882" cy="139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713" dirty="0">
                <a:solidFill>
                  <a:srgbClr val="1E2430"/>
                </a:solidFill>
              </a:rPr>
              <a:t>24</a:t>
            </a:r>
            <a:endParaRPr lang="en-US" sz="713" dirty="0"/>
          </a:p>
        </p:txBody>
      </p:sp>
      <p:sp>
        <p:nvSpPr>
          <p:cNvPr id="108" name="Shape 106"/>
          <p:cNvSpPr/>
          <p:nvPr/>
        </p:nvSpPr>
        <p:spPr>
          <a:xfrm>
            <a:off x="3099816" y="1803654"/>
            <a:ext cx="521208" cy="192024"/>
          </a:xfrm>
          <a:prstGeom prst="roundRect">
            <a:avLst>
              <a:gd name="adj" fmla="val 17857"/>
            </a:avLst>
          </a:prstGeom>
          <a:solidFill>
            <a:srgbClr val="DDEEFE"/>
          </a:solidFill>
          <a:ln w="12700">
            <a:solidFill>
              <a:srgbClr val="B7D4F5"/>
            </a:solidFill>
            <a:prstDash val="solid"/>
          </a:ln>
        </p:spPr>
        <p:txBody>
          <a:bodyPr/>
          <a:lstStyle/>
          <a:p>
            <a:endParaRPr lang="en-IN" sz="1050"/>
          </a:p>
        </p:txBody>
      </p:sp>
      <p:sp>
        <p:nvSpPr>
          <p:cNvPr id="109" name="Text 107"/>
          <p:cNvSpPr/>
          <p:nvPr/>
        </p:nvSpPr>
        <p:spPr>
          <a:xfrm>
            <a:off x="3099816" y="1824228"/>
            <a:ext cx="521208" cy="1234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788" b="1" dirty="0">
                <a:solidFill>
                  <a:srgbClr val="173F7A"/>
                </a:solidFill>
              </a:rPr>
              <a:t>(2,12)</a:t>
            </a:r>
            <a:endParaRPr lang="en-US" sz="788" dirty="0"/>
          </a:p>
        </p:txBody>
      </p:sp>
      <p:sp>
        <p:nvSpPr>
          <p:cNvPr id="110" name="Shape 108"/>
          <p:cNvSpPr/>
          <p:nvPr/>
        </p:nvSpPr>
        <p:spPr>
          <a:xfrm>
            <a:off x="2057400" y="2057400"/>
            <a:ext cx="1817370" cy="562356"/>
          </a:xfrm>
          <a:prstGeom prst="roundRect">
            <a:avLst>
              <a:gd name="adj" fmla="val 8537"/>
            </a:avLst>
          </a:prstGeom>
          <a:solidFill>
            <a:srgbClr val="DDEEFE"/>
          </a:solidFill>
          <a:ln w="12700">
            <a:solidFill>
              <a:srgbClr val="E3E8EF"/>
            </a:solidFill>
            <a:prstDash val="solid"/>
          </a:ln>
        </p:spPr>
        <p:txBody>
          <a:bodyPr/>
          <a:lstStyle/>
          <a:p>
            <a:endParaRPr lang="en-IN" sz="1050"/>
          </a:p>
        </p:txBody>
      </p:sp>
      <p:sp>
        <p:nvSpPr>
          <p:cNvPr id="111" name="Text 109"/>
          <p:cNvSpPr/>
          <p:nvPr/>
        </p:nvSpPr>
        <p:spPr>
          <a:xfrm>
            <a:off x="2139696" y="2112264"/>
            <a:ext cx="1652778" cy="4526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38" dirty="0">
                <a:solidFill>
                  <a:srgbClr val="1E2430"/>
                </a:solidFill>
              </a:rPr>
              <a:t>-1 infers the missing size</a:t>
            </a:r>
            <a:endParaRPr lang="en-US" sz="938" dirty="0"/>
          </a:p>
          <a:p>
            <a:r>
              <a:rPr lang="en-US" sz="938" dirty="0">
                <a:solidFill>
                  <a:srgbClr val="1E2430"/>
                </a:solidFill>
              </a:rPr>
              <a:t>view shares data when the layout is compatible</a:t>
            </a:r>
            <a:endParaRPr lang="en-US" sz="938" dirty="0"/>
          </a:p>
        </p:txBody>
      </p:sp>
      <p:sp>
        <p:nvSpPr>
          <p:cNvPr id="112" name="Shape 110"/>
          <p:cNvSpPr/>
          <p:nvPr/>
        </p:nvSpPr>
        <p:spPr>
          <a:xfrm>
            <a:off x="4608576" y="809244"/>
            <a:ext cx="1426464" cy="288036"/>
          </a:xfrm>
          <a:prstGeom prst="roundRect">
            <a:avLst>
              <a:gd name="adj" fmla="val 16667"/>
            </a:avLst>
          </a:prstGeom>
          <a:solidFill>
            <a:srgbClr val="F5F7FA"/>
          </a:solidFill>
          <a:ln w="12700">
            <a:solidFill>
              <a:srgbClr val="E3E8EF"/>
            </a:solidFill>
            <a:prstDash val="solid"/>
          </a:ln>
        </p:spPr>
        <p:txBody>
          <a:bodyPr/>
          <a:lstStyle/>
          <a:p>
            <a:endParaRPr lang="en-IN" sz="1050"/>
          </a:p>
        </p:txBody>
      </p:sp>
      <p:sp>
        <p:nvSpPr>
          <p:cNvPr id="113" name="Text 111"/>
          <p:cNvSpPr/>
          <p:nvPr/>
        </p:nvSpPr>
        <p:spPr>
          <a:xfrm>
            <a:off x="4663440" y="843534"/>
            <a:ext cx="1536192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63" b="1" dirty="0">
                <a:solidFill>
                  <a:srgbClr val="1E2430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x.reshape(2, -1)</a:t>
            </a:r>
            <a:endParaRPr lang="en-US" sz="1163" dirty="0"/>
          </a:p>
        </p:txBody>
      </p:sp>
      <p:sp>
        <p:nvSpPr>
          <p:cNvPr id="114" name="Shape 112"/>
          <p:cNvSpPr/>
          <p:nvPr/>
        </p:nvSpPr>
        <p:spPr>
          <a:xfrm>
            <a:off x="4786884" y="1323594"/>
            <a:ext cx="198882" cy="205740"/>
          </a:xfrm>
          <a:prstGeom prst="rect">
            <a:avLst/>
          </a:prstGeom>
          <a:solidFill>
            <a:srgbClr val="FCE0B2"/>
          </a:solidFill>
          <a:ln w="10160">
            <a:solidFill>
              <a:srgbClr val="A8B3C2"/>
            </a:solidFill>
            <a:prstDash val="solid"/>
          </a:ln>
        </p:spPr>
        <p:txBody>
          <a:bodyPr/>
          <a:lstStyle/>
          <a:p>
            <a:endParaRPr lang="en-IN" sz="1050"/>
          </a:p>
        </p:txBody>
      </p:sp>
      <p:sp>
        <p:nvSpPr>
          <p:cNvPr id="115" name="Text 113"/>
          <p:cNvSpPr/>
          <p:nvPr/>
        </p:nvSpPr>
        <p:spPr>
          <a:xfrm>
            <a:off x="4786884" y="1348282"/>
            <a:ext cx="198882" cy="139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713" dirty="0">
                <a:solidFill>
                  <a:srgbClr val="1E2430"/>
                </a:solidFill>
              </a:rPr>
              <a:t>1</a:t>
            </a:r>
            <a:endParaRPr lang="en-US" sz="713" dirty="0"/>
          </a:p>
        </p:txBody>
      </p:sp>
      <p:sp>
        <p:nvSpPr>
          <p:cNvPr id="116" name="Shape 114"/>
          <p:cNvSpPr/>
          <p:nvPr/>
        </p:nvSpPr>
        <p:spPr>
          <a:xfrm>
            <a:off x="4985766" y="1323594"/>
            <a:ext cx="198882" cy="205740"/>
          </a:xfrm>
          <a:prstGeom prst="rect">
            <a:avLst/>
          </a:prstGeom>
          <a:solidFill>
            <a:srgbClr val="FCE0B2"/>
          </a:solidFill>
          <a:ln w="10160">
            <a:solidFill>
              <a:srgbClr val="A8B3C2"/>
            </a:solidFill>
            <a:prstDash val="solid"/>
          </a:ln>
        </p:spPr>
        <p:txBody>
          <a:bodyPr/>
          <a:lstStyle/>
          <a:p>
            <a:endParaRPr lang="en-IN" sz="1050"/>
          </a:p>
        </p:txBody>
      </p:sp>
      <p:sp>
        <p:nvSpPr>
          <p:cNvPr id="117" name="Text 115"/>
          <p:cNvSpPr/>
          <p:nvPr/>
        </p:nvSpPr>
        <p:spPr>
          <a:xfrm>
            <a:off x="4985766" y="1348282"/>
            <a:ext cx="198882" cy="139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713" dirty="0">
                <a:solidFill>
                  <a:srgbClr val="1E2430"/>
                </a:solidFill>
              </a:rPr>
              <a:t>2</a:t>
            </a:r>
            <a:endParaRPr lang="en-US" sz="713" dirty="0"/>
          </a:p>
        </p:txBody>
      </p:sp>
      <p:sp>
        <p:nvSpPr>
          <p:cNvPr id="118" name="Shape 116"/>
          <p:cNvSpPr/>
          <p:nvPr/>
        </p:nvSpPr>
        <p:spPr>
          <a:xfrm>
            <a:off x="5184648" y="1323594"/>
            <a:ext cx="198882" cy="205740"/>
          </a:xfrm>
          <a:prstGeom prst="rect">
            <a:avLst/>
          </a:prstGeom>
          <a:solidFill>
            <a:srgbClr val="FCE0B2"/>
          </a:solidFill>
          <a:ln w="10160">
            <a:solidFill>
              <a:srgbClr val="A8B3C2"/>
            </a:solidFill>
            <a:prstDash val="solid"/>
          </a:ln>
        </p:spPr>
        <p:txBody>
          <a:bodyPr/>
          <a:lstStyle/>
          <a:p>
            <a:endParaRPr lang="en-IN" sz="1050"/>
          </a:p>
        </p:txBody>
      </p:sp>
      <p:sp>
        <p:nvSpPr>
          <p:cNvPr id="119" name="Text 117"/>
          <p:cNvSpPr/>
          <p:nvPr/>
        </p:nvSpPr>
        <p:spPr>
          <a:xfrm>
            <a:off x="5184648" y="1348282"/>
            <a:ext cx="198882" cy="139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713" dirty="0">
                <a:solidFill>
                  <a:srgbClr val="1E2430"/>
                </a:solidFill>
              </a:rPr>
              <a:t>3</a:t>
            </a:r>
            <a:endParaRPr lang="en-US" sz="713" dirty="0"/>
          </a:p>
        </p:txBody>
      </p:sp>
      <p:sp>
        <p:nvSpPr>
          <p:cNvPr id="120" name="Shape 118"/>
          <p:cNvSpPr/>
          <p:nvPr/>
        </p:nvSpPr>
        <p:spPr>
          <a:xfrm>
            <a:off x="5383530" y="1323594"/>
            <a:ext cx="198882" cy="205740"/>
          </a:xfrm>
          <a:prstGeom prst="rect">
            <a:avLst/>
          </a:prstGeom>
          <a:solidFill>
            <a:srgbClr val="DFF4E6"/>
          </a:solidFill>
          <a:ln w="10160">
            <a:solidFill>
              <a:srgbClr val="A8B3C2"/>
            </a:solidFill>
            <a:prstDash val="solid"/>
          </a:ln>
        </p:spPr>
        <p:txBody>
          <a:bodyPr/>
          <a:lstStyle/>
          <a:p>
            <a:endParaRPr lang="en-IN" sz="1050"/>
          </a:p>
        </p:txBody>
      </p:sp>
      <p:sp>
        <p:nvSpPr>
          <p:cNvPr id="121" name="Text 119"/>
          <p:cNvSpPr/>
          <p:nvPr/>
        </p:nvSpPr>
        <p:spPr>
          <a:xfrm>
            <a:off x="5383530" y="1348282"/>
            <a:ext cx="198882" cy="139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713" dirty="0">
                <a:solidFill>
                  <a:srgbClr val="1E2430"/>
                </a:solidFill>
              </a:rPr>
              <a:t>4</a:t>
            </a:r>
            <a:endParaRPr lang="en-US" sz="713" dirty="0"/>
          </a:p>
        </p:txBody>
      </p:sp>
      <p:sp>
        <p:nvSpPr>
          <p:cNvPr id="122" name="Shape 120"/>
          <p:cNvSpPr/>
          <p:nvPr/>
        </p:nvSpPr>
        <p:spPr>
          <a:xfrm>
            <a:off x="5582412" y="1323594"/>
            <a:ext cx="198882" cy="205740"/>
          </a:xfrm>
          <a:prstGeom prst="rect">
            <a:avLst/>
          </a:prstGeom>
          <a:solidFill>
            <a:srgbClr val="DFF4E6"/>
          </a:solidFill>
          <a:ln w="10160">
            <a:solidFill>
              <a:srgbClr val="A8B3C2"/>
            </a:solidFill>
            <a:prstDash val="solid"/>
          </a:ln>
        </p:spPr>
        <p:txBody>
          <a:bodyPr/>
          <a:lstStyle/>
          <a:p>
            <a:endParaRPr lang="en-IN" sz="1050"/>
          </a:p>
        </p:txBody>
      </p:sp>
      <p:sp>
        <p:nvSpPr>
          <p:cNvPr id="123" name="Text 121"/>
          <p:cNvSpPr/>
          <p:nvPr/>
        </p:nvSpPr>
        <p:spPr>
          <a:xfrm>
            <a:off x="5582412" y="1348282"/>
            <a:ext cx="198882" cy="139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713" dirty="0">
                <a:solidFill>
                  <a:srgbClr val="1E2430"/>
                </a:solidFill>
              </a:rPr>
              <a:t>5</a:t>
            </a:r>
            <a:endParaRPr lang="en-US" sz="713" dirty="0"/>
          </a:p>
        </p:txBody>
      </p:sp>
      <p:sp>
        <p:nvSpPr>
          <p:cNvPr id="124" name="Shape 122"/>
          <p:cNvSpPr/>
          <p:nvPr/>
        </p:nvSpPr>
        <p:spPr>
          <a:xfrm>
            <a:off x="5781294" y="1323594"/>
            <a:ext cx="198882" cy="205740"/>
          </a:xfrm>
          <a:prstGeom prst="rect">
            <a:avLst/>
          </a:prstGeom>
          <a:solidFill>
            <a:srgbClr val="DFF4E6"/>
          </a:solidFill>
          <a:ln w="10160">
            <a:solidFill>
              <a:srgbClr val="A8B3C2"/>
            </a:solidFill>
            <a:prstDash val="solid"/>
          </a:ln>
        </p:spPr>
        <p:txBody>
          <a:bodyPr/>
          <a:lstStyle/>
          <a:p>
            <a:endParaRPr lang="en-IN" sz="1050"/>
          </a:p>
        </p:txBody>
      </p:sp>
      <p:sp>
        <p:nvSpPr>
          <p:cNvPr id="125" name="Text 123"/>
          <p:cNvSpPr/>
          <p:nvPr/>
        </p:nvSpPr>
        <p:spPr>
          <a:xfrm>
            <a:off x="5781294" y="1348282"/>
            <a:ext cx="198882" cy="139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713" dirty="0">
                <a:solidFill>
                  <a:srgbClr val="1E2430"/>
                </a:solidFill>
              </a:rPr>
              <a:t>6</a:t>
            </a:r>
            <a:endParaRPr lang="en-US" sz="713" dirty="0"/>
          </a:p>
        </p:txBody>
      </p:sp>
      <p:sp>
        <p:nvSpPr>
          <p:cNvPr id="126" name="Shape 124"/>
          <p:cNvSpPr/>
          <p:nvPr/>
        </p:nvSpPr>
        <p:spPr>
          <a:xfrm>
            <a:off x="5980176" y="1323594"/>
            <a:ext cx="198882" cy="205740"/>
          </a:xfrm>
          <a:prstGeom prst="rect">
            <a:avLst/>
          </a:prstGeom>
          <a:solidFill>
            <a:srgbClr val="DDEEFE"/>
          </a:solidFill>
          <a:ln w="10160">
            <a:solidFill>
              <a:srgbClr val="A8B3C2"/>
            </a:solidFill>
            <a:prstDash val="solid"/>
          </a:ln>
        </p:spPr>
        <p:txBody>
          <a:bodyPr/>
          <a:lstStyle/>
          <a:p>
            <a:endParaRPr lang="en-IN" sz="1050"/>
          </a:p>
        </p:txBody>
      </p:sp>
      <p:sp>
        <p:nvSpPr>
          <p:cNvPr id="127" name="Text 125"/>
          <p:cNvSpPr/>
          <p:nvPr/>
        </p:nvSpPr>
        <p:spPr>
          <a:xfrm>
            <a:off x="5980176" y="1348282"/>
            <a:ext cx="198882" cy="139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713" dirty="0">
                <a:solidFill>
                  <a:srgbClr val="1E2430"/>
                </a:solidFill>
              </a:rPr>
              <a:t>7</a:t>
            </a:r>
            <a:endParaRPr lang="en-US" sz="713" dirty="0"/>
          </a:p>
        </p:txBody>
      </p:sp>
      <p:sp>
        <p:nvSpPr>
          <p:cNvPr id="128" name="Shape 126"/>
          <p:cNvSpPr/>
          <p:nvPr/>
        </p:nvSpPr>
        <p:spPr>
          <a:xfrm>
            <a:off x="6179058" y="1323594"/>
            <a:ext cx="198882" cy="205740"/>
          </a:xfrm>
          <a:prstGeom prst="rect">
            <a:avLst/>
          </a:prstGeom>
          <a:solidFill>
            <a:srgbClr val="DDEEFE"/>
          </a:solidFill>
          <a:ln w="10160">
            <a:solidFill>
              <a:srgbClr val="A8B3C2"/>
            </a:solidFill>
            <a:prstDash val="solid"/>
          </a:ln>
        </p:spPr>
        <p:txBody>
          <a:bodyPr/>
          <a:lstStyle/>
          <a:p>
            <a:endParaRPr lang="en-IN" sz="1050"/>
          </a:p>
        </p:txBody>
      </p:sp>
      <p:sp>
        <p:nvSpPr>
          <p:cNvPr id="129" name="Text 127"/>
          <p:cNvSpPr/>
          <p:nvPr/>
        </p:nvSpPr>
        <p:spPr>
          <a:xfrm>
            <a:off x="6179058" y="1348282"/>
            <a:ext cx="198882" cy="139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713" dirty="0">
                <a:solidFill>
                  <a:srgbClr val="1E2430"/>
                </a:solidFill>
              </a:rPr>
              <a:t>8</a:t>
            </a:r>
            <a:endParaRPr lang="en-US" sz="713" dirty="0"/>
          </a:p>
        </p:txBody>
      </p:sp>
      <p:sp>
        <p:nvSpPr>
          <p:cNvPr id="130" name="Shape 128"/>
          <p:cNvSpPr/>
          <p:nvPr/>
        </p:nvSpPr>
        <p:spPr>
          <a:xfrm>
            <a:off x="6377940" y="1323594"/>
            <a:ext cx="198882" cy="205740"/>
          </a:xfrm>
          <a:prstGeom prst="rect">
            <a:avLst/>
          </a:prstGeom>
          <a:solidFill>
            <a:srgbClr val="DDEEFE"/>
          </a:solidFill>
          <a:ln w="10160">
            <a:solidFill>
              <a:srgbClr val="A8B3C2"/>
            </a:solidFill>
            <a:prstDash val="solid"/>
          </a:ln>
        </p:spPr>
        <p:txBody>
          <a:bodyPr/>
          <a:lstStyle/>
          <a:p>
            <a:endParaRPr lang="en-IN" sz="1050"/>
          </a:p>
        </p:txBody>
      </p:sp>
      <p:sp>
        <p:nvSpPr>
          <p:cNvPr id="131" name="Text 129"/>
          <p:cNvSpPr/>
          <p:nvPr/>
        </p:nvSpPr>
        <p:spPr>
          <a:xfrm>
            <a:off x="6377940" y="1348282"/>
            <a:ext cx="198882" cy="139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713" dirty="0">
                <a:solidFill>
                  <a:srgbClr val="1E2430"/>
                </a:solidFill>
              </a:rPr>
              <a:t>9</a:t>
            </a:r>
            <a:endParaRPr lang="en-US" sz="713" dirty="0"/>
          </a:p>
        </p:txBody>
      </p:sp>
      <p:sp>
        <p:nvSpPr>
          <p:cNvPr id="132" name="Shape 130"/>
          <p:cNvSpPr/>
          <p:nvPr/>
        </p:nvSpPr>
        <p:spPr>
          <a:xfrm>
            <a:off x="6576822" y="1323594"/>
            <a:ext cx="198882" cy="205740"/>
          </a:xfrm>
          <a:prstGeom prst="rect">
            <a:avLst/>
          </a:prstGeom>
          <a:solidFill>
            <a:srgbClr val="E7E1FE"/>
          </a:solidFill>
          <a:ln w="10160">
            <a:solidFill>
              <a:srgbClr val="A8B3C2"/>
            </a:solidFill>
            <a:prstDash val="solid"/>
          </a:ln>
        </p:spPr>
        <p:txBody>
          <a:bodyPr/>
          <a:lstStyle/>
          <a:p>
            <a:endParaRPr lang="en-IN" sz="1050"/>
          </a:p>
        </p:txBody>
      </p:sp>
      <p:sp>
        <p:nvSpPr>
          <p:cNvPr id="133" name="Text 131"/>
          <p:cNvSpPr/>
          <p:nvPr/>
        </p:nvSpPr>
        <p:spPr>
          <a:xfrm>
            <a:off x="6576822" y="1348282"/>
            <a:ext cx="198882" cy="139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713" dirty="0">
                <a:solidFill>
                  <a:srgbClr val="1E2430"/>
                </a:solidFill>
              </a:rPr>
              <a:t>10</a:t>
            </a:r>
            <a:endParaRPr lang="en-US" sz="713" dirty="0"/>
          </a:p>
        </p:txBody>
      </p:sp>
      <p:sp>
        <p:nvSpPr>
          <p:cNvPr id="134" name="Shape 132"/>
          <p:cNvSpPr/>
          <p:nvPr/>
        </p:nvSpPr>
        <p:spPr>
          <a:xfrm>
            <a:off x="6775704" y="1323594"/>
            <a:ext cx="198882" cy="205740"/>
          </a:xfrm>
          <a:prstGeom prst="rect">
            <a:avLst/>
          </a:prstGeom>
          <a:solidFill>
            <a:srgbClr val="E7E1FE"/>
          </a:solidFill>
          <a:ln w="10160">
            <a:solidFill>
              <a:srgbClr val="A8B3C2"/>
            </a:solidFill>
            <a:prstDash val="solid"/>
          </a:ln>
        </p:spPr>
        <p:txBody>
          <a:bodyPr/>
          <a:lstStyle/>
          <a:p>
            <a:endParaRPr lang="en-IN" sz="1050"/>
          </a:p>
        </p:txBody>
      </p:sp>
      <p:sp>
        <p:nvSpPr>
          <p:cNvPr id="135" name="Text 133"/>
          <p:cNvSpPr/>
          <p:nvPr/>
        </p:nvSpPr>
        <p:spPr>
          <a:xfrm>
            <a:off x="6775704" y="1348282"/>
            <a:ext cx="198882" cy="139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713" dirty="0">
                <a:solidFill>
                  <a:srgbClr val="1E2430"/>
                </a:solidFill>
              </a:rPr>
              <a:t>11</a:t>
            </a:r>
            <a:endParaRPr lang="en-US" sz="713" dirty="0"/>
          </a:p>
        </p:txBody>
      </p:sp>
      <p:sp>
        <p:nvSpPr>
          <p:cNvPr id="136" name="Shape 134"/>
          <p:cNvSpPr/>
          <p:nvPr/>
        </p:nvSpPr>
        <p:spPr>
          <a:xfrm>
            <a:off x="6974586" y="1323594"/>
            <a:ext cx="198882" cy="205740"/>
          </a:xfrm>
          <a:prstGeom prst="rect">
            <a:avLst/>
          </a:prstGeom>
          <a:solidFill>
            <a:srgbClr val="E7E1FE"/>
          </a:solidFill>
          <a:ln w="10160">
            <a:solidFill>
              <a:srgbClr val="A8B3C2"/>
            </a:solidFill>
            <a:prstDash val="solid"/>
          </a:ln>
        </p:spPr>
        <p:txBody>
          <a:bodyPr/>
          <a:lstStyle/>
          <a:p>
            <a:endParaRPr lang="en-IN" sz="1050"/>
          </a:p>
        </p:txBody>
      </p:sp>
      <p:sp>
        <p:nvSpPr>
          <p:cNvPr id="137" name="Text 135"/>
          <p:cNvSpPr/>
          <p:nvPr/>
        </p:nvSpPr>
        <p:spPr>
          <a:xfrm>
            <a:off x="6974586" y="1348282"/>
            <a:ext cx="198882" cy="139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713" dirty="0">
                <a:solidFill>
                  <a:srgbClr val="1E2430"/>
                </a:solidFill>
              </a:rPr>
              <a:t>12</a:t>
            </a:r>
            <a:endParaRPr lang="en-US" sz="713" dirty="0"/>
          </a:p>
        </p:txBody>
      </p:sp>
      <p:sp>
        <p:nvSpPr>
          <p:cNvPr id="138" name="Shape 136"/>
          <p:cNvSpPr/>
          <p:nvPr/>
        </p:nvSpPr>
        <p:spPr>
          <a:xfrm>
            <a:off x="4786884" y="1529334"/>
            <a:ext cx="198882" cy="205740"/>
          </a:xfrm>
          <a:prstGeom prst="rect">
            <a:avLst/>
          </a:prstGeom>
          <a:solidFill>
            <a:srgbClr val="FCE0B2"/>
          </a:solidFill>
          <a:ln w="10160">
            <a:solidFill>
              <a:srgbClr val="A8B3C2"/>
            </a:solidFill>
            <a:prstDash val="solid"/>
          </a:ln>
        </p:spPr>
        <p:txBody>
          <a:bodyPr/>
          <a:lstStyle/>
          <a:p>
            <a:endParaRPr lang="en-IN" sz="1050"/>
          </a:p>
        </p:txBody>
      </p:sp>
      <p:sp>
        <p:nvSpPr>
          <p:cNvPr id="139" name="Text 137"/>
          <p:cNvSpPr/>
          <p:nvPr/>
        </p:nvSpPr>
        <p:spPr>
          <a:xfrm>
            <a:off x="4786884" y="1554022"/>
            <a:ext cx="198882" cy="139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713" dirty="0">
                <a:solidFill>
                  <a:srgbClr val="1E2430"/>
                </a:solidFill>
              </a:rPr>
              <a:t>13</a:t>
            </a:r>
            <a:endParaRPr lang="en-US" sz="713" dirty="0"/>
          </a:p>
        </p:txBody>
      </p:sp>
      <p:sp>
        <p:nvSpPr>
          <p:cNvPr id="140" name="Shape 138"/>
          <p:cNvSpPr/>
          <p:nvPr/>
        </p:nvSpPr>
        <p:spPr>
          <a:xfrm>
            <a:off x="4985766" y="1529334"/>
            <a:ext cx="198882" cy="205740"/>
          </a:xfrm>
          <a:prstGeom prst="rect">
            <a:avLst/>
          </a:prstGeom>
          <a:solidFill>
            <a:srgbClr val="FCE0B2"/>
          </a:solidFill>
          <a:ln w="10160">
            <a:solidFill>
              <a:srgbClr val="A8B3C2"/>
            </a:solidFill>
            <a:prstDash val="solid"/>
          </a:ln>
        </p:spPr>
        <p:txBody>
          <a:bodyPr/>
          <a:lstStyle/>
          <a:p>
            <a:endParaRPr lang="en-IN" sz="1050"/>
          </a:p>
        </p:txBody>
      </p:sp>
      <p:sp>
        <p:nvSpPr>
          <p:cNvPr id="141" name="Text 139"/>
          <p:cNvSpPr/>
          <p:nvPr/>
        </p:nvSpPr>
        <p:spPr>
          <a:xfrm>
            <a:off x="4985766" y="1554022"/>
            <a:ext cx="198882" cy="139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713" dirty="0">
                <a:solidFill>
                  <a:srgbClr val="1E2430"/>
                </a:solidFill>
              </a:rPr>
              <a:t>14</a:t>
            </a:r>
            <a:endParaRPr lang="en-US" sz="713" dirty="0"/>
          </a:p>
        </p:txBody>
      </p:sp>
      <p:sp>
        <p:nvSpPr>
          <p:cNvPr id="142" name="Shape 140"/>
          <p:cNvSpPr/>
          <p:nvPr/>
        </p:nvSpPr>
        <p:spPr>
          <a:xfrm>
            <a:off x="5184648" y="1529334"/>
            <a:ext cx="198882" cy="205740"/>
          </a:xfrm>
          <a:prstGeom prst="rect">
            <a:avLst/>
          </a:prstGeom>
          <a:solidFill>
            <a:srgbClr val="FCE0B2"/>
          </a:solidFill>
          <a:ln w="10160">
            <a:solidFill>
              <a:srgbClr val="A8B3C2"/>
            </a:solidFill>
            <a:prstDash val="solid"/>
          </a:ln>
        </p:spPr>
        <p:txBody>
          <a:bodyPr/>
          <a:lstStyle/>
          <a:p>
            <a:endParaRPr lang="en-IN" sz="1050"/>
          </a:p>
        </p:txBody>
      </p:sp>
      <p:sp>
        <p:nvSpPr>
          <p:cNvPr id="143" name="Text 141"/>
          <p:cNvSpPr/>
          <p:nvPr/>
        </p:nvSpPr>
        <p:spPr>
          <a:xfrm>
            <a:off x="5184648" y="1554022"/>
            <a:ext cx="198882" cy="139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713" dirty="0">
                <a:solidFill>
                  <a:srgbClr val="1E2430"/>
                </a:solidFill>
              </a:rPr>
              <a:t>15</a:t>
            </a:r>
            <a:endParaRPr lang="en-US" sz="713" dirty="0"/>
          </a:p>
        </p:txBody>
      </p:sp>
      <p:sp>
        <p:nvSpPr>
          <p:cNvPr id="144" name="Shape 142"/>
          <p:cNvSpPr/>
          <p:nvPr/>
        </p:nvSpPr>
        <p:spPr>
          <a:xfrm>
            <a:off x="5383530" y="1529334"/>
            <a:ext cx="198882" cy="205740"/>
          </a:xfrm>
          <a:prstGeom prst="rect">
            <a:avLst/>
          </a:prstGeom>
          <a:solidFill>
            <a:srgbClr val="DFF4E6"/>
          </a:solidFill>
          <a:ln w="10160">
            <a:solidFill>
              <a:srgbClr val="A8B3C2"/>
            </a:solidFill>
            <a:prstDash val="solid"/>
          </a:ln>
        </p:spPr>
        <p:txBody>
          <a:bodyPr/>
          <a:lstStyle/>
          <a:p>
            <a:endParaRPr lang="en-IN" sz="1050"/>
          </a:p>
        </p:txBody>
      </p:sp>
      <p:sp>
        <p:nvSpPr>
          <p:cNvPr id="145" name="Text 143"/>
          <p:cNvSpPr/>
          <p:nvPr/>
        </p:nvSpPr>
        <p:spPr>
          <a:xfrm>
            <a:off x="5383530" y="1554022"/>
            <a:ext cx="198882" cy="139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713" dirty="0">
                <a:solidFill>
                  <a:srgbClr val="1E2430"/>
                </a:solidFill>
              </a:rPr>
              <a:t>16</a:t>
            </a:r>
            <a:endParaRPr lang="en-US" sz="713" dirty="0"/>
          </a:p>
        </p:txBody>
      </p:sp>
      <p:sp>
        <p:nvSpPr>
          <p:cNvPr id="146" name="Shape 144"/>
          <p:cNvSpPr/>
          <p:nvPr/>
        </p:nvSpPr>
        <p:spPr>
          <a:xfrm>
            <a:off x="5582412" y="1529334"/>
            <a:ext cx="198882" cy="205740"/>
          </a:xfrm>
          <a:prstGeom prst="rect">
            <a:avLst/>
          </a:prstGeom>
          <a:solidFill>
            <a:srgbClr val="DFF4E6"/>
          </a:solidFill>
          <a:ln w="10160">
            <a:solidFill>
              <a:srgbClr val="A8B3C2"/>
            </a:solidFill>
            <a:prstDash val="solid"/>
          </a:ln>
        </p:spPr>
        <p:txBody>
          <a:bodyPr/>
          <a:lstStyle/>
          <a:p>
            <a:endParaRPr lang="en-IN" sz="1050"/>
          </a:p>
        </p:txBody>
      </p:sp>
      <p:sp>
        <p:nvSpPr>
          <p:cNvPr id="147" name="Text 145"/>
          <p:cNvSpPr/>
          <p:nvPr/>
        </p:nvSpPr>
        <p:spPr>
          <a:xfrm>
            <a:off x="5582412" y="1554022"/>
            <a:ext cx="198882" cy="139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713" dirty="0">
                <a:solidFill>
                  <a:srgbClr val="1E2430"/>
                </a:solidFill>
              </a:rPr>
              <a:t>17</a:t>
            </a:r>
            <a:endParaRPr lang="en-US" sz="713" dirty="0"/>
          </a:p>
        </p:txBody>
      </p:sp>
      <p:sp>
        <p:nvSpPr>
          <p:cNvPr id="148" name="Shape 146"/>
          <p:cNvSpPr/>
          <p:nvPr/>
        </p:nvSpPr>
        <p:spPr>
          <a:xfrm>
            <a:off x="5781294" y="1529334"/>
            <a:ext cx="198882" cy="205740"/>
          </a:xfrm>
          <a:prstGeom prst="rect">
            <a:avLst/>
          </a:prstGeom>
          <a:solidFill>
            <a:srgbClr val="DFF4E6"/>
          </a:solidFill>
          <a:ln w="10160">
            <a:solidFill>
              <a:srgbClr val="A8B3C2"/>
            </a:solidFill>
            <a:prstDash val="solid"/>
          </a:ln>
        </p:spPr>
        <p:txBody>
          <a:bodyPr/>
          <a:lstStyle/>
          <a:p>
            <a:endParaRPr lang="en-IN" sz="1050"/>
          </a:p>
        </p:txBody>
      </p:sp>
      <p:sp>
        <p:nvSpPr>
          <p:cNvPr id="149" name="Text 147"/>
          <p:cNvSpPr/>
          <p:nvPr/>
        </p:nvSpPr>
        <p:spPr>
          <a:xfrm>
            <a:off x="5781294" y="1554022"/>
            <a:ext cx="198882" cy="139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713" dirty="0">
                <a:solidFill>
                  <a:srgbClr val="1E2430"/>
                </a:solidFill>
              </a:rPr>
              <a:t>18</a:t>
            </a:r>
            <a:endParaRPr lang="en-US" sz="713" dirty="0"/>
          </a:p>
        </p:txBody>
      </p:sp>
      <p:sp>
        <p:nvSpPr>
          <p:cNvPr id="150" name="Shape 148"/>
          <p:cNvSpPr/>
          <p:nvPr/>
        </p:nvSpPr>
        <p:spPr>
          <a:xfrm>
            <a:off x="5980176" y="1529334"/>
            <a:ext cx="198882" cy="205740"/>
          </a:xfrm>
          <a:prstGeom prst="rect">
            <a:avLst/>
          </a:prstGeom>
          <a:solidFill>
            <a:srgbClr val="DDEEFE"/>
          </a:solidFill>
          <a:ln w="10160">
            <a:solidFill>
              <a:srgbClr val="A8B3C2"/>
            </a:solidFill>
            <a:prstDash val="solid"/>
          </a:ln>
        </p:spPr>
        <p:txBody>
          <a:bodyPr/>
          <a:lstStyle/>
          <a:p>
            <a:endParaRPr lang="en-IN" sz="1050"/>
          </a:p>
        </p:txBody>
      </p:sp>
      <p:sp>
        <p:nvSpPr>
          <p:cNvPr id="151" name="Text 149"/>
          <p:cNvSpPr/>
          <p:nvPr/>
        </p:nvSpPr>
        <p:spPr>
          <a:xfrm>
            <a:off x="5980176" y="1554022"/>
            <a:ext cx="198882" cy="139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713" dirty="0">
                <a:solidFill>
                  <a:srgbClr val="1E2430"/>
                </a:solidFill>
              </a:rPr>
              <a:t>19</a:t>
            </a:r>
            <a:endParaRPr lang="en-US" sz="713" dirty="0"/>
          </a:p>
        </p:txBody>
      </p:sp>
      <p:sp>
        <p:nvSpPr>
          <p:cNvPr id="152" name="Shape 150"/>
          <p:cNvSpPr/>
          <p:nvPr/>
        </p:nvSpPr>
        <p:spPr>
          <a:xfrm>
            <a:off x="6179058" y="1529334"/>
            <a:ext cx="198882" cy="205740"/>
          </a:xfrm>
          <a:prstGeom prst="rect">
            <a:avLst/>
          </a:prstGeom>
          <a:solidFill>
            <a:srgbClr val="DDEEFE"/>
          </a:solidFill>
          <a:ln w="10160">
            <a:solidFill>
              <a:srgbClr val="A8B3C2"/>
            </a:solidFill>
            <a:prstDash val="solid"/>
          </a:ln>
        </p:spPr>
        <p:txBody>
          <a:bodyPr/>
          <a:lstStyle/>
          <a:p>
            <a:endParaRPr lang="en-IN" sz="1050"/>
          </a:p>
        </p:txBody>
      </p:sp>
      <p:sp>
        <p:nvSpPr>
          <p:cNvPr id="153" name="Text 151"/>
          <p:cNvSpPr/>
          <p:nvPr/>
        </p:nvSpPr>
        <p:spPr>
          <a:xfrm>
            <a:off x="6179058" y="1554022"/>
            <a:ext cx="198882" cy="139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713" dirty="0">
                <a:solidFill>
                  <a:srgbClr val="1E2430"/>
                </a:solidFill>
              </a:rPr>
              <a:t>20</a:t>
            </a:r>
            <a:endParaRPr lang="en-US" sz="713" dirty="0"/>
          </a:p>
        </p:txBody>
      </p:sp>
      <p:sp>
        <p:nvSpPr>
          <p:cNvPr id="154" name="Shape 152"/>
          <p:cNvSpPr/>
          <p:nvPr/>
        </p:nvSpPr>
        <p:spPr>
          <a:xfrm>
            <a:off x="6377940" y="1529334"/>
            <a:ext cx="198882" cy="205740"/>
          </a:xfrm>
          <a:prstGeom prst="rect">
            <a:avLst/>
          </a:prstGeom>
          <a:solidFill>
            <a:srgbClr val="DDEEFE"/>
          </a:solidFill>
          <a:ln w="10160">
            <a:solidFill>
              <a:srgbClr val="A8B3C2"/>
            </a:solidFill>
            <a:prstDash val="solid"/>
          </a:ln>
        </p:spPr>
        <p:txBody>
          <a:bodyPr/>
          <a:lstStyle/>
          <a:p>
            <a:endParaRPr lang="en-IN" sz="1050"/>
          </a:p>
        </p:txBody>
      </p:sp>
      <p:sp>
        <p:nvSpPr>
          <p:cNvPr id="155" name="Text 153"/>
          <p:cNvSpPr/>
          <p:nvPr/>
        </p:nvSpPr>
        <p:spPr>
          <a:xfrm>
            <a:off x="6377940" y="1554022"/>
            <a:ext cx="198882" cy="139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713" dirty="0">
                <a:solidFill>
                  <a:srgbClr val="1E2430"/>
                </a:solidFill>
              </a:rPr>
              <a:t>21</a:t>
            </a:r>
            <a:endParaRPr lang="en-US" sz="713" dirty="0"/>
          </a:p>
        </p:txBody>
      </p:sp>
      <p:sp>
        <p:nvSpPr>
          <p:cNvPr id="156" name="Shape 154"/>
          <p:cNvSpPr/>
          <p:nvPr/>
        </p:nvSpPr>
        <p:spPr>
          <a:xfrm>
            <a:off x="6576822" y="1529334"/>
            <a:ext cx="198882" cy="205740"/>
          </a:xfrm>
          <a:prstGeom prst="rect">
            <a:avLst/>
          </a:prstGeom>
          <a:solidFill>
            <a:srgbClr val="E7E1FE"/>
          </a:solidFill>
          <a:ln w="10160">
            <a:solidFill>
              <a:srgbClr val="A8B3C2"/>
            </a:solidFill>
            <a:prstDash val="solid"/>
          </a:ln>
        </p:spPr>
        <p:txBody>
          <a:bodyPr/>
          <a:lstStyle/>
          <a:p>
            <a:endParaRPr lang="en-IN" sz="1050"/>
          </a:p>
        </p:txBody>
      </p:sp>
      <p:sp>
        <p:nvSpPr>
          <p:cNvPr id="157" name="Text 155"/>
          <p:cNvSpPr/>
          <p:nvPr/>
        </p:nvSpPr>
        <p:spPr>
          <a:xfrm>
            <a:off x="6576822" y="1554022"/>
            <a:ext cx="198882" cy="139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713" dirty="0">
                <a:solidFill>
                  <a:srgbClr val="1E2430"/>
                </a:solidFill>
              </a:rPr>
              <a:t>22</a:t>
            </a:r>
            <a:endParaRPr lang="en-US" sz="713" dirty="0"/>
          </a:p>
        </p:txBody>
      </p:sp>
      <p:sp>
        <p:nvSpPr>
          <p:cNvPr id="158" name="Shape 156"/>
          <p:cNvSpPr/>
          <p:nvPr/>
        </p:nvSpPr>
        <p:spPr>
          <a:xfrm>
            <a:off x="6775704" y="1529334"/>
            <a:ext cx="198882" cy="205740"/>
          </a:xfrm>
          <a:prstGeom prst="rect">
            <a:avLst/>
          </a:prstGeom>
          <a:solidFill>
            <a:srgbClr val="E7E1FE"/>
          </a:solidFill>
          <a:ln w="10160">
            <a:solidFill>
              <a:srgbClr val="A8B3C2"/>
            </a:solidFill>
            <a:prstDash val="solid"/>
          </a:ln>
        </p:spPr>
        <p:txBody>
          <a:bodyPr/>
          <a:lstStyle/>
          <a:p>
            <a:endParaRPr lang="en-IN" sz="1050"/>
          </a:p>
        </p:txBody>
      </p:sp>
      <p:sp>
        <p:nvSpPr>
          <p:cNvPr id="159" name="Text 157"/>
          <p:cNvSpPr/>
          <p:nvPr/>
        </p:nvSpPr>
        <p:spPr>
          <a:xfrm>
            <a:off x="6775704" y="1554022"/>
            <a:ext cx="198882" cy="139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713" dirty="0">
                <a:solidFill>
                  <a:srgbClr val="1E2430"/>
                </a:solidFill>
              </a:rPr>
              <a:t>23</a:t>
            </a:r>
            <a:endParaRPr lang="en-US" sz="713" dirty="0"/>
          </a:p>
        </p:txBody>
      </p:sp>
      <p:sp>
        <p:nvSpPr>
          <p:cNvPr id="160" name="Shape 158"/>
          <p:cNvSpPr/>
          <p:nvPr/>
        </p:nvSpPr>
        <p:spPr>
          <a:xfrm>
            <a:off x="6974586" y="1529334"/>
            <a:ext cx="198882" cy="205740"/>
          </a:xfrm>
          <a:prstGeom prst="rect">
            <a:avLst/>
          </a:prstGeom>
          <a:solidFill>
            <a:srgbClr val="E7E1FE"/>
          </a:solidFill>
          <a:ln w="10160">
            <a:solidFill>
              <a:srgbClr val="A8B3C2"/>
            </a:solidFill>
            <a:prstDash val="solid"/>
          </a:ln>
        </p:spPr>
        <p:txBody>
          <a:bodyPr/>
          <a:lstStyle/>
          <a:p>
            <a:endParaRPr lang="en-IN" sz="1050"/>
          </a:p>
        </p:txBody>
      </p:sp>
      <p:sp>
        <p:nvSpPr>
          <p:cNvPr id="161" name="Text 159"/>
          <p:cNvSpPr/>
          <p:nvPr/>
        </p:nvSpPr>
        <p:spPr>
          <a:xfrm>
            <a:off x="6974586" y="1554022"/>
            <a:ext cx="198882" cy="139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713" dirty="0">
                <a:solidFill>
                  <a:srgbClr val="1E2430"/>
                </a:solidFill>
              </a:rPr>
              <a:t>24</a:t>
            </a:r>
            <a:endParaRPr lang="en-US" sz="713" dirty="0"/>
          </a:p>
        </p:txBody>
      </p:sp>
      <p:sp>
        <p:nvSpPr>
          <p:cNvPr id="162" name="Shape 160"/>
          <p:cNvSpPr/>
          <p:nvPr/>
        </p:nvSpPr>
        <p:spPr>
          <a:xfrm>
            <a:off x="5678424" y="1803654"/>
            <a:ext cx="521208" cy="192024"/>
          </a:xfrm>
          <a:prstGeom prst="roundRect">
            <a:avLst>
              <a:gd name="adj" fmla="val 17857"/>
            </a:avLst>
          </a:prstGeom>
          <a:solidFill>
            <a:srgbClr val="DDEEFE"/>
          </a:solidFill>
          <a:ln w="12700">
            <a:solidFill>
              <a:srgbClr val="B7D4F5"/>
            </a:solidFill>
            <a:prstDash val="solid"/>
          </a:ln>
        </p:spPr>
        <p:txBody>
          <a:bodyPr/>
          <a:lstStyle/>
          <a:p>
            <a:endParaRPr lang="en-IN" sz="1050"/>
          </a:p>
        </p:txBody>
      </p:sp>
      <p:sp>
        <p:nvSpPr>
          <p:cNvPr id="163" name="Text 161"/>
          <p:cNvSpPr/>
          <p:nvPr/>
        </p:nvSpPr>
        <p:spPr>
          <a:xfrm>
            <a:off x="5678424" y="1824228"/>
            <a:ext cx="521208" cy="1234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788" b="1" dirty="0">
                <a:solidFill>
                  <a:srgbClr val="173F7A"/>
                </a:solidFill>
              </a:rPr>
              <a:t>(2,12)</a:t>
            </a:r>
            <a:endParaRPr lang="en-US" sz="788" dirty="0"/>
          </a:p>
        </p:txBody>
      </p:sp>
      <p:sp>
        <p:nvSpPr>
          <p:cNvPr id="164" name="Shape 162"/>
          <p:cNvSpPr/>
          <p:nvPr/>
        </p:nvSpPr>
        <p:spPr>
          <a:xfrm>
            <a:off x="4663440" y="2057400"/>
            <a:ext cx="1988820" cy="562356"/>
          </a:xfrm>
          <a:prstGeom prst="roundRect">
            <a:avLst>
              <a:gd name="adj" fmla="val 8537"/>
            </a:avLst>
          </a:prstGeom>
          <a:solidFill>
            <a:srgbClr val="F8F3EA"/>
          </a:solidFill>
          <a:ln w="12700">
            <a:solidFill>
              <a:srgbClr val="E3E8EF"/>
            </a:solidFill>
            <a:prstDash val="solid"/>
          </a:ln>
        </p:spPr>
        <p:txBody>
          <a:bodyPr/>
          <a:lstStyle/>
          <a:p>
            <a:endParaRPr lang="en-IN" sz="1050"/>
          </a:p>
        </p:txBody>
      </p:sp>
      <p:sp>
        <p:nvSpPr>
          <p:cNvPr id="165" name="Text 163"/>
          <p:cNvSpPr/>
          <p:nvPr/>
        </p:nvSpPr>
        <p:spPr>
          <a:xfrm>
            <a:off x="4745736" y="2112264"/>
            <a:ext cx="1824228" cy="4526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38" dirty="0">
                <a:solidFill>
                  <a:srgbClr val="1E2430"/>
                </a:solidFill>
              </a:rPr>
              <a:t>Same reshaping goal as view</a:t>
            </a:r>
            <a:endParaRPr lang="en-US" sz="938" dirty="0"/>
          </a:p>
          <a:p>
            <a:r>
              <a:rPr lang="en-US" sz="938" dirty="0">
                <a:solidFill>
                  <a:srgbClr val="1E2430"/>
                </a:solidFill>
              </a:rPr>
              <a:t>If needed, reshape can make a copy</a:t>
            </a:r>
            <a:endParaRPr lang="en-US" sz="938" dirty="0"/>
          </a:p>
        </p:txBody>
      </p:sp>
      <p:sp>
        <p:nvSpPr>
          <p:cNvPr id="166" name="Shape 164"/>
          <p:cNvSpPr/>
          <p:nvPr/>
        </p:nvSpPr>
        <p:spPr>
          <a:xfrm>
            <a:off x="6899148" y="1268730"/>
            <a:ext cx="1543050" cy="877824"/>
          </a:xfrm>
          <a:prstGeom prst="roundRect">
            <a:avLst>
              <a:gd name="adj" fmla="val 5469"/>
            </a:avLst>
          </a:prstGeom>
          <a:solidFill>
            <a:srgbClr val="F5F7FA"/>
          </a:solidFill>
          <a:ln w="12700">
            <a:solidFill>
              <a:srgbClr val="E3E8EF"/>
            </a:solidFill>
            <a:prstDash val="solid"/>
          </a:ln>
        </p:spPr>
        <p:txBody>
          <a:bodyPr/>
          <a:lstStyle/>
          <a:p>
            <a:endParaRPr lang="en-IN" sz="1050"/>
          </a:p>
        </p:txBody>
      </p:sp>
      <p:sp>
        <p:nvSpPr>
          <p:cNvPr id="167" name="Text 165"/>
          <p:cNvSpPr/>
          <p:nvPr/>
        </p:nvSpPr>
        <p:spPr>
          <a:xfrm>
            <a:off x="6981444" y="1323594"/>
            <a:ext cx="1378458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38" dirty="0">
                <a:solidFill>
                  <a:srgbClr val="1E2430"/>
                </a:solidFill>
              </a:rPr>
              <a:t>Mental model:</a:t>
            </a:r>
            <a:endParaRPr lang="en-US" sz="938" dirty="0"/>
          </a:p>
          <a:p>
            <a:r>
              <a:rPr lang="en-US" sz="938" dirty="0">
                <a:solidFill>
                  <a:srgbClr val="1E2430"/>
                </a:solidFill>
              </a:rPr>
              <a:t>view = reinterpret storage</a:t>
            </a:r>
            <a:endParaRPr lang="en-US" sz="938" dirty="0"/>
          </a:p>
          <a:p>
            <a:r>
              <a:rPr lang="en-US" sz="938" dirty="0">
                <a:solidFill>
                  <a:srgbClr val="1E2430"/>
                </a:solidFill>
              </a:rPr>
              <a:t>reshape = view if possible, otherwise copy</a:t>
            </a:r>
            <a:endParaRPr lang="en-US" sz="938" dirty="0"/>
          </a:p>
        </p:txBody>
      </p:sp>
      <p:sp>
        <p:nvSpPr>
          <p:cNvPr id="168" name="Shape 166"/>
          <p:cNvSpPr/>
          <p:nvPr/>
        </p:nvSpPr>
        <p:spPr>
          <a:xfrm>
            <a:off x="445770" y="3003804"/>
            <a:ext cx="1234440" cy="288036"/>
          </a:xfrm>
          <a:prstGeom prst="roundRect">
            <a:avLst>
              <a:gd name="adj" fmla="val 16667"/>
            </a:avLst>
          </a:prstGeom>
          <a:solidFill>
            <a:srgbClr val="F5F7FA"/>
          </a:solidFill>
          <a:ln w="12700">
            <a:solidFill>
              <a:srgbClr val="E3E8EF"/>
            </a:solidFill>
            <a:prstDash val="solid"/>
          </a:ln>
        </p:spPr>
        <p:txBody>
          <a:bodyPr/>
          <a:lstStyle/>
          <a:p>
            <a:endParaRPr lang="en-IN" sz="1050"/>
          </a:p>
        </p:txBody>
      </p:sp>
      <p:sp>
        <p:nvSpPr>
          <p:cNvPr id="169" name="Text 167"/>
          <p:cNvSpPr/>
          <p:nvPr/>
        </p:nvSpPr>
        <p:spPr>
          <a:xfrm>
            <a:off x="500634" y="3038094"/>
            <a:ext cx="1556766" cy="1851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63" b="1" dirty="0">
                <a:solidFill>
                  <a:srgbClr val="1E2430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x.unsqueeze(0)</a:t>
            </a:r>
            <a:endParaRPr lang="en-US" sz="1163" dirty="0"/>
          </a:p>
        </p:txBody>
      </p:sp>
      <p:sp>
        <p:nvSpPr>
          <p:cNvPr id="170" name="Shape 168"/>
          <p:cNvSpPr/>
          <p:nvPr/>
        </p:nvSpPr>
        <p:spPr>
          <a:xfrm>
            <a:off x="651510" y="3415284"/>
            <a:ext cx="294894" cy="246888"/>
          </a:xfrm>
          <a:prstGeom prst="rect">
            <a:avLst/>
          </a:prstGeom>
          <a:solidFill>
            <a:srgbClr val="FCE0B2"/>
          </a:solidFill>
          <a:ln w="10160">
            <a:solidFill>
              <a:srgbClr val="A8B3C2"/>
            </a:solidFill>
            <a:prstDash val="solid"/>
          </a:ln>
        </p:spPr>
        <p:txBody>
          <a:bodyPr/>
          <a:lstStyle/>
          <a:p>
            <a:endParaRPr lang="en-IN" sz="1050"/>
          </a:p>
        </p:txBody>
      </p:sp>
      <p:sp>
        <p:nvSpPr>
          <p:cNvPr id="171" name="Text 169"/>
          <p:cNvSpPr/>
          <p:nvPr/>
        </p:nvSpPr>
        <p:spPr>
          <a:xfrm>
            <a:off x="651510" y="3444911"/>
            <a:ext cx="294894" cy="167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863" dirty="0">
                <a:solidFill>
                  <a:srgbClr val="1E2430"/>
                </a:solidFill>
              </a:rPr>
              <a:t>1</a:t>
            </a:r>
            <a:endParaRPr lang="en-US" sz="863" dirty="0"/>
          </a:p>
        </p:txBody>
      </p:sp>
      <p:sp>
        <p:nvSpPr>
          <p:cNvPr id="172" name="Shape 170"/>
          <p:cNvSpPr/>
          <p:nvPr/>
        </p:nvSpPr>
        <p:spPr>
          <a:xfrm>
            <a:off x="946404" y="3415284"/>
            <a:ext cx="294894" cy="246888"/>
          </a:xfrm>
          <a:prstGeom prst="rect">
            <a:avLst/>
          </a:prstGeom>
          <a:solidFill>
            <a:srgbClr val="FCE0B2"/>
          </a:solidFill>
          <a:ln w="10160">
            <a:solidFill>
              <a:srgbClr val="A8B3C2"/>
            </a:solidFill>
            <a:prstDash val="solid"/>
          </a:ln>
        </p:spPr>
        <p:txBody>
          <a:bodyPr/>
          <a:lstStyle/>
          <a:p>
            <a:endParaRPr lang="en-IN" sz="1050"/>
          </a:p>
        </p:txBody>
      </p:sp>
      <p:sp>
        <p:nvSpPr>
          <p:cNvPr id="173" name="Text 171"/>
          <p:cNvSpPr/>
          <p:nvPr/>
        </p:nvSpPr>
        <p:spPr>
          <a:xfrm>
            <a:off x="946404" y="3444911"/>
            <a:ext cx="294894" cy="167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863" dirty="0">
                <a:solidFill>
                  <a:srgbClr val="1E2430"/>
                </a:solidFill>
              </a:rPr>
              <a:t>2</a:t>
            </a:r>
            <a:endParaRPr lang="en-US" sz="863" dirty="0"/>
          </a:p>
        </p:txBody>
      </p:sp>
      <p:sp>
        <p:nvSpPr>
          <p:cNvPr id="174" name="Shape 172"/>
          <p:cNvSpPr/>
          <p:nvPr/>
        </p:nvSpPr>
        <p:spPr>
          <a:xfrm>
            <a:off x="1241298" y="3415284"/>
            <a:ext cx="294894" cy="246888"/>
          </a:xfrm>
          <a:prstGeom prst="rect">
            <a:avLst/>
          </a:prstGeom>
          <a:solidFill>
            <a:srgbClr val="DFF4E6"/>
          </a:solidFill>
          <a:ln w="10160">
            <a:solidFill>
              <a:srgbClr val="A8B3C2"/>
            </a:solidFill>
            <a:prstDash val="solid"/>
          </a:ln>
        </p:spPr>
        <p:txBody>
          <a:bodyPr/>
          <a:lstStyle/>
          <a:p>
            <a:endParaRPr lang="en-IN" sz="1050"/>
          </a:p>
        </p:txBody>
      </p:sp>
      <p:sp>
        <p:nvSpPr>
          <p:cNvPr id="175" name="Text 173"/>
          <p:cNvSpPr/>
          <p:nvPr/>
        </p:nvSpPr>
        <p:spPr>
          <a:xfrm>
            <a:off x="1241298" y="3444911"/>
            <a:ext cx="294894" cy="167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863" dirty="0">
                <a:solidFill>
                  <a:srgbClr val="1E2430"/>
                </a:solidFill>
              </a:rPr>
              <a:t>3</a:t>
            </a:r>
            <a:endParaRPr lang="en-US" sz="863" dirty="0"/>
          </a:p>
        </p:txBody>
      </p:sp>
      <p:sp>
        <p:nvSpPr>
          <p:cNvPr id="176" name="Shape 174"/>
          <p:cNvSpPr/>
          <p:nvPr/>
        </p:nvSpPr>
        <p:spPr>
          <a:xfrm>
            <a:off x="1536192" y="3415284"/>
            <a:ext cx="294894" cy="246888"/>
          </a:xfrm>
          <a:prstGeom prst="rect">
            <a:avLst/>
          </a:prstGeom>
          <a:solidFill>
            <a:srgbClr val="DDEEFE"/>
          </a:solidFill>
          <a:ln w="10160">
            <a:solidFill>
              <a:srgbClr val="A8B3C2"/>
            </a:solidFill>
            <a:prstDash val="solid"/>
          </a:ln>
        </p:spPr>
        <p:txBody>
          <a:bodyPr/>
          <a:lstStyle/>
          <a:p>
            <a:endParaRPr lang="en-IN" sz="1050"/>
          </a:p>
        </p:txBody>
      </p:sp>
      <p:sp>
        <p:nvSpPr>
          <p:cNvPr id="177" name="Text 175"/>
          <p:cNvSpPr/>
          <p:nvPr/>
        </p:nvSpPr>
        <p:spPr>
          <a:xfrm>
            <a:off x="1536192" y="3444911"/>
            <a:ext cx="294894" cy="167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863" dirty="0">
                <a:solidFill>
                  <a:srgbClr val="1E2430"/>
                </a:solidFill>
              </a:rPr>
              <a:t>4</a:t>
            </a:r>
            <a:endParaRPr lang="en-US" sz="863" dirty="0"/>
          </a:p>
        </p:txBody>
      </p:sp>
      <p:sp>
        <p:nvSpPr>
          <p:cNvPr id="178" name="Shape 176"/>
          <p:cNvSpPr/>
          <p:nvPr/>
        </p:nvSpPr>
        <p:spPr>
          <a:xfrm>
            <a:off x="651510" y="3662172"/>
            <a:ext cx="294894" cy="246888"/>
          </a:xfrm>
          <a:prstGeom prst="rect">
            <a:avLst/>
          </a:prstGeom>
          <a:solidFill>
            <a:srgbClr val="FCE0B2"/>
          </a:solidFill>
          <a:ln w="10160">
            <a:solidFill>
              <a:srgbClr val="A8B3C2"/>
            </a:solidFill>
            <a:prstDash val="solid"/>
          </a:ln>
        </p:spPr>
        <p:txBody>
          <a:bodyPr/>
          <a:lstStyle/>
          <a:p>
            <a:endParaRPr lang="en-IN" sz="1050"/>
          </a:p>
        </p:txBody>
      </p:sp>
      <p:sp>
        <p:nvSpPr>
          <p:cNvPr id="179" name="Text 177"/>
          <p:cNvSpPr/>
          <p:nvPr/>
        </p:nvSpPr>
        <p:spPr>
          <a:xfrm>
            <a:off x="651510" y="3691799"/>
            <a:ext cx="294894" cy="167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863" dirty="0">
                <a:solidFill>
                  <a:srgbClr val="1E2430"/>
                </a:solidFill>
              </a:rPr>
              <a:t>5</a:t>
            </a:r>
            <a:endParaRPr lang="en-US" sz="863" dirty="0"/>
          </a:p>
        </p:txBody>
      </p:sp>
      <p:sp>
        <p:nvSpPr>
          <p:cNvPr id="180" name="Shape 178"/>
          <p:cNvSpPr/>
          <p:nvPr/>
        </p:nvSpPr>
        <p:spPr>
          <a:xfrm>
            <a:off x="946404" y="3662172"/>
            <a:ext cx="294894" cy="246888"/>
          </a:xfrm>
          <a:prstGeom prst="rect">
            <a:avLst/>
          </a:prstGeom>
          <a:solidFill>
            <a:srgbClr val="FCE0B2"/>
          </a:solidFill>
          <a:ln w="10160">
            <a:solidFill>
              <a:srgbClr val="A8B3C2"/>
            </a:solidFill>
            <a:prstDash val="solid"/>
          </a:ln>
        </p:spPr>
        <p:txBody>
          <a:bodyPr/>
          <a:lstStyle/>
          <a:p>
            <a:endParaRPr lang="en-IN" sz="1050"/>
          </a:p>
        </p:txBody>
      </p:sp>
      <p:sp>
        <p:nvSpPr>
          <p:cNvPr id="181" name="Text 179"/>
          <p:cNvSpPr/>
          <p:nvPr/>
        </p:nvSpPr>
        <p:spPr>
          <a:xfrm>
            <a:off x="946404" y="3691799"/>
            <a:ext cx="294894" cy="167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863" dirty="0">
                <a:solidFill>
                  <a:srgbClr val="1E2430"/>
                </a:solidFill>
              </a:rPr>
              <a:t>6</a:t>
            </a:r>
            <a:endParaRPr lang="en-US" sz="863" dirty="0"/>
          </a:p>
        </p:txBody>
      </p:sp>
      <p:sp>
        <p:nvSpPr>
          <p:cNvPr id="182" name="Shape 180"/>
          <p:cNvSpPr/>
          <p:nvPr/>
        </p:nvSpPr>
        <p:spPr>
          <a:xfrm>
            <a:off x="1241298" y="3662172"/>
            <a:ext cx="294894" cy="246888"/>
          </a:xfrm>
          <a:prstGeom prst="rect">
            <a:avLst/>
          </a:prstGeom>
          <a:solidFill>
            <a:srgbClr val="DFF4E6"/>
          </a:solidFill>
          <a:ln w="10160">
            <a:solidFill>
              <a:srgbClr val="A8B3C2"/>
            </a:solidFill>
            <a:prstDash val="solid"/>
          </a:ln>
        </p:spPr>
        <p:txBody>
          <a:bodyPr/>
          <a:lstStyle/>
          <a:p>
            <a:endParaRPr lang="en-IN" sz="1050"/>
          </a:p>
        </p:txBody>
      </p:sp>
      <p:sp>
        <p:nvSpPr>
          <p:cNvPr id="183" name="Text 181"/>
          <p:cNvSpPr/>
          <p:nvPr/>
        </p:nvSpPr>
        <p:spPr>
          <a:xfrm>
            <a:off x="1241298" y="3691799"/>
            <a:ext cx="294894" cy="167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863" dirty="0">
                <a:solidFill>
                  <a:srgbClr val="1E2430"/>
                </a:solidFill>
              </a:rPr>
              <a:t>7</a:t>
            </a:r>
            <a:endParaRPr lang="en-US" sz="863" dirty="0"/>
          </a:p>
        </p:txBody>
      </p:sp>
      <p:sp>
        <p:nvSpPr>
          <p:cNvPr id="184" name="Shape 182"/>
          <p:cNvSpPr/>
          <p:nvPr/>
        </p:nvSpPr>
        <p:spPr>
          <a:xfrm>
            <a:off x="1536192" y="3662172"/>
            <a:ext cx="294894" cy="246888"/>
          </a:xfrm>
          <a:prstGeom prst="rect">
            <a:avLst/>
          </a:prstGeom>
          <a:solidFill>
            <a:srgbClr val="DDEEFE"/>
          </a:solidFill>
          <a:ln w="10160">
            <a:solidFill>
              <a:srgbClr val="A8B3C2"/>
            </a:solidFill>
            <a:prstDash val="solid"/>
          </a:ln>
        </p:spPr>
        <p:txBody>
          <a:bodyPr/>
          <a:lstStyle/>
          <a:p>
            <a:endParaRPr lang="en-IN" sz="1050"/>
          </a:p>
        </p:txBody>
      </p:sp>
      <p:sp>
        <p:nvSpPr>
          <p:cNvPr id="185" name="Text 183"/>
          <p:cNvSpPr/>
          <p:nvPr/>
        </p:nvSpPr>
        <p:spPr>
          <a:xfrm>
            <a:off x="1536192" y="3691799"/>
            <a:ext cx="294894" cy="167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863" dirty="0">
                <a:solidFill>
                  <a:srgbClr val="1E2430"/>
                </a:solidFill>
              </a:rPr>
              <a:t>8</a:t>
            </a:r>
            <a:endParaRPr lang="en-US" sz="863" dirty="0"/>
          </a:p>
        </p:txBody>
      </p:sp>
      <p:sp>
        <p:nvSpPr>
          <p:cNvPr id="186" name="Shape 184"/>
          <p:cNvSpPr/>
          <p:nvPr/>
        </p:nvSpPr>
        <p:spPr>
          <a:xfrm>
            <a:off x="651510" y="3909060"/>
            <a:ext cx="294894" cy="246888"/>
          </a:xfrm>
          <a:prstGeom prst="rect">
            <a:avLst/>
          </a:prstGeom>
          <a:solidFill>
            <a:srgbClr val="FCE0B2"/>
          </a:solidFill>
          <a:ln w="10160">
            <a:solidFill>
              <a:srgbClr val="A8B3C2"/>
            </a:solidFill>
            <a:prstDash val="solid"/>
          </a:ln>
        </p:spPr>
        <p:txBody>
          <a:bodyPr/>
          <a:lstStyle/>
          <a:p>
            <a:endParaRPr lang="en-IN" sz="1050"/>
          </a:p>
        </p:txBody>
      </p:sp>
      <p:sp>
        <p:nvSpPr>
          <p:cNvPr id="187" name="Text 185"/>
          <p:cNvSpPr/>
          <p:nvPr/>
        </p:nvSpPr>
        <p:spPr>
          <a:xfrm>
            <a:off x="651510" y="3938687"/>
            <a:ext cx="294894" cy="167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863" dirty="0">
                <a:solidFill>
                  <a:srgbClr val="1E2430"/>
                </a:solidFill>
              </a:rPr>
              <a:t>9</a:t>
            </a:r>
            <a:endParaRPr lang="en-US" sz="863" dirty="0"/>
          </a:p>
        </p:txBody>
      </p:sp>
      <p:sp>
        <p:nvSpPr>
          <p:cNvPr id="188" name="Shape 186"/>
          <p:cNvSpPr/>
          <p:nvPr/>
        </p:nvSpPr>
        <p:spPr>
          <a:xfrm>
            <a:off x="946404" y="3909060"/>
            <a:ext cx="294894" cy="246888"/>
          </a:xfrm>
          <a:prstGeom prst="rect">
            <a:avLst/>
          </a:prstGeom>
          <a:solidFill>
            <a:srgbClr val="FCE0B2"/>
          </a:solidFill>
          <a:ln w="10160">
            <a:solidFill>
              <a:srgbClr val="A8B3C2"/>
            </a:solidFill>
            <a:prstDash val="solid"/>
          </a:ln>
        </p:spPr>
        <p:txBody>
          <a:bodyPr/>
          <a:lstStyle/>
          <a:p>
            <a:endParaRPr lang="en-IN" sz="1050"/>
          </a:p>
        </p:txBody>
      </p:sp>
      <p:sp>
        <p:nvSpPr>
          <p:cNvPr id="189" name="Text 187"/>
          <p:cNvSpPr/>
          <p:nvPr/>
        </p:nvSpPr>
        <p:spPr>
          <a:xfrm>
            <a:off x="946404" y="3938687"/>
            <a:ext cx="294894" cy="167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863" dirty="0">
                <a:solidFill>
                  <a:srgbClr val="1E2430"/>
                </a:solidFill>
              </a:rPr>
              <a:t>10</a:t>
            </a:r>
            <a:endParaRPr lang="en-US" sz="863" dirty="0"/>
          </a:p>
        </p:txBody>
      </p:sp>
      <p:sp>
        <p:nvSpPr>
          <p:cNvPr id="190" name="Shape 188"/>
          <p:cNvSpPr/>
          <p:nvPr/>
        </p:nvSpPr>
        <p:spPr>
          <a:xfrm>
            <a:off x="1241298" y="3909060"/>
            <a:ext cx="294894" cy="246888"/>
          </a:xfrm>
          <a:prstGeom prst="rect">
            <a:avLst/>
          </a:prstGeom>
          <a:solidFill>
            <a:srgbClr val="DFF4E6"/>
          </a:solidFill>
          <a:ln w="10160">
            <a:solidFill>
              <a:srgbClr val="A8B3C2"/>
            </a:solidFill>
            <a:prstDash val="solid"/>
          </a:ln>
        </p:spPr>
        <p:txBody>
          <a:bodyPr/>
          <a:lstStyle/>
          <a:p>
            <a:endParaRPr lang="en-IN" sz="1050"/>
          </a:p>
        </p:txBody>
      </p:sp>
      <p:sp>
        <p:nvSpPr>
          <p:cNvPr id="191" name="Text 189"/>
          <p:cNvSpPr/>
          <p:nvPr/>
        </p:nvSpPr>
        <p:spPr>
          <a:xfrm>
            <a:off x="1241298" y="3938687"/>
            <a:ext cx="294894" cy="167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863" dirty="0">
                <a:solidFill>
                  <a:srgbClr val="1E2430"/>
                </a:solidFill>
              </a:rPr>
              <a:t>11</a:t>
            </a:r>
            <a:endParaRPr lang="en-US" sz="863" dirty="0"/>
          </a:p>
        </p:txBody>
      </p:sp>
      <p:sp>
        <p:nvSpPr>
          <p:cNvPr id="192" name="Shape 190"/>
          <p:cNvSpPr/>
          <p:nvPr/>
        </p:nvSpPr>
        <p:spPr>
          <a:xfrm>
            <a:off x="1536192" y="3909060"/>
            <a:ext cx="294894" cy="246888"/>
          </a:xfrm>
          <a:prstGeom prst="rect">
            <a:avLst/>
          </a:prstGeom>
          <a:solidFill>
            <a:srgbClr val="DDEEFE"/>
          </a:solidFill>
          <a:ln w="10160">
            <a:solidFill>
              <a:srgbClr val="A8B3C2"/>
            </a:solidFill>
            <a:prstDash val="solid"/>
          </a:ln>
        </p:spPr>
        <p:txBody>
          <a:bodyPr/>
          <a:lstStyle/>
          <a:p>
            <a:endParaRPr lang="en-IN" sz="1050"/>
          </a:p>
        </p:txBody>
      </p:sp>
      <p:sp>
        <p:nvSpPr>
          <p:cNvPr id="193" name="Text 191"/>
          <p:cNvSpPr/>
          <p:nvPr/>
        </p:nvSpPr>
        <p:spPr>
          <a:xfrm>
            <a:off x="1536192" y="3938687"/>
            <a:ext cx="294894" cy="167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863" dirty="0">
                <a:solidFill>
                  <a:srgbClr val="1E2430"/>
                </a:solidFill>
              </a:rPr>
              <a:t>12</a:t>
            </a:r>
            <a:endParaRPr lang="en-US" sz="863" dirty="0"/>
          </a:p>
        </p:txBody>
      </p:sp>
      <p:sp>
        <p:nvSpPr>
          <p:cNvPr id="194" name="Shape 192"/>
          <p:cNvSpPr/>
          <p:nvPr/>
        </p:nvSpPr>
        <p:spPr>
          <a:xfrm>
            <a:off x="946404" y="4203954"/>
            <a:ext cx="452628" cy="192024"/>
          </a:xfrm>
          <a:prstGeom prst="roundRect">
            <a:avLst>
              <a:gd name="adj" fmla="val 17857"/>
            </a:avLst>
          </a:prstGeom>
          <a:solidFill>
            <a:srgbClr val="DDEEFE"/>
          </a:solidFill>
          <a:ln w="12700">
            <a:solidFill>
              <a:srgbClr val="B7D4F5"/>
            </a:solidFill>
            <a:prstDash val="solid"/>
          </a:ln>
        </p:spPr>
        <p:txBody>
          <a:bodyPr/>
          <a:lstStyle/>
          <a:p>
            <a:endParaRPr lang="en-IN" sz="1050"/>
          </a:p>
        </p:txBody>
      </p:sp>
      <p:sp>
        <p:nvSpPr>
          <p:cNvPr id="195" name="Text 193"/>
          <p:cNvSpPr/>
          <p:nvPr/>
        </p:nvSpPr>
        <p:spPr>
          <a:xfrm>
            <a:off x="946404" y="4224528"/>
            <a:ext cx="452628" cy="1234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788" b="1" dirty="0">
                <a:solidFill>
                  <a:srgbClr val="173F7A"/>
                </a:solidFill>
              </a:rPr>
              <a:t>(3,4)</a:t>
            </a:r>
            <a:endParaRPr lang="en-US" sz="788" dirty="0"/>
          </a:p>
        </p:txBody>
      </p:sp>
      <p:sp>
        <p:nvSpPr>
          <p:cNvPr id="196" name="Shape 194"/>
          <p:cNvSpPr/>
          <p:nvPr/>
        </p:nvSpPr>
        <p:spPr>
          <a:xfrm>
            <a:off x="1940814" y="3799332"/>
            <a:ext cx="493776" cy="0"/>
          </a:xfrm>
          <a:prstGeom prst="line">
            <a:avLst/>
          </a:prstGeom>
          <a:noFill/>
          <a:ln w="17780">
            <a:solidFill>
              <a:srgbClr val="7D8798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IN" sz="1050"/>
          </a:p>
        </p:txBody>
      </p:sp>
      <p:sp>
        <p:nvSpPr>
          <p:cNvPr id="197" name="Shape 195"/>
          <p:cNvSpPr/>
          <p:nvPr/>
        </p:nvSpPr>
        <p:spPr>
          <a:xfrm>
            <a:off x="2619756" y="3415284"/>
            <a:ext cx="294894" cy="246888"/>
          </a:xfrm>
          <a:prstGeom prst="rect">
            <a:avLst/>
          </a:prstGeom>
          <a:solidFill>
            <a:srgbClr val="FCE0B2"/>
          </a:solidFill>
          <a:ln w="10160">
            <a:solidFill>
              <a:srgbClr val="A8B3C2"/>
            </a:solidFill>
            <a:prstDash val="solid"/>
          </a:ln>
        </p:spPr>
        <p:txBody>
          <a:bodyPr/>
          <a:lstStyle/>
          <a:p>
            <a:endParaRPr lang="en-IN" sz="1050"/>
          </a:p>
        </p:txBody>
      </p:sp>
      <p:sp>
        <p:nvSpPr>
          <p:cNvPr id="198" name="Text 196"/>
          <p:cNvSpPr/>
          <p:nvPr/>
        </p:nvSpPr>
        <p:spPr>
          <a:xfrm>
            <a:off x="2619756" y="3444911"/>
            <a:ext cx="294894" cy="167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863" dirty="0">
                <a:solidFill>
                  <a:srgbClr val="1E2430"/>
                </a:solidFill>
              </a:rPr>
              <a:t>1</a:t>
            </a:r>
            <a:endParaRPr lang="en-US" sz="863" dirty="0"/>
          </a:p>
        </p:txBody>
      </p:sp>
      <p:sp>
        <p:nvSpPr>
          <p:cNvPr id="199" name="Shape 197"/>
          <p:cNvSpPr/>
          <p:nvPr/>
        </p:nvSpPr>
        <p:spPr>
          <a:xfrm>
            <a:off x="2914650" y="3415284"/>
            <a:ext cx="294894" cy="246888"/>
          </a:xfrm>
          <a:prstGeom prst="rect">
            <a:avLst/>
          </a:prstGeom>
          <a:solidFill>
            <a:srgbClr val="FCE0B2"/>
          </a:solidFill>
          <a:ln w="10160">
            <a:solidFill>
              <a:srgbClr val="A8B3C2"/>
            </a:solidFill>
            <a:prstDash val="solid"/>
          </a:ln>
        </p:spPr>
        <p:txBody>
          <a:bodyPr/>
          <a:lstStyle/>
          <a:p>
            <a:endParaRPr lang="en-IN" sz="1050"/>
          </a:p>
        </p:txBody>
      </p:sp>
      <p:sp>
        <p:nvSpPr>
          <p:cNvPr id="200" name="Text 198"/>
          <p:cNvSpPr/>
          <p:nvPr/>
        </p:nvSpPr>
        <p:spPr>
          <a:xfrm>
            <a:off x="2914650" y="3444911"/>
            <a:ext cx="294894" cy="167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863" dirty="0">
                <a:solidFill>
                  <a:srgbClr val="1E2430"/>
                </a:solidFill>
              </a:rPr>
              <a:t>2</a:t>
            </a:r>
            <a:endParaRPr lang="en-US" sz="863" dirty="0"/>
          </a:p>
        </p:txBody>
      </p:sp>
      <p:sp>
        <p:nvSpPr>
          <p:cNvPr id="201" name="Shape 199"/>
          <p:cNvSpPr/>
          <p:nvPr/>
        </p:nvSpPr>
        <p:spPr>
          <a:xfrm>
            <a:off x="3209544" y="3415284"/>
            <a:ext cx="294894" cy="246888"/>
          </a:xfrm>
          <a:prstGeom prst="rect">
            <a:avLst/>
          </a:prstGeom>
          <a:solidFill>
            <a:srgbClr val="DFF4E6"/>
          </a:solidFill>
          <a:ln w="10160">
            <a:solidFill>
              <a:srgbClr val="A8B3C2"/>
            </a:solidFill>
            <a:prstDash val="solid"/>
          </a:ln>
        </p:spPr>
        <p:txBody>
          <a:bodyPr/>
          <a:lstStyle/>
          <a:p>
            <a:endParaRPr lang="en-IN" sz="1050"/>
          </a:p>
        </p:txBody>
      </p:sp>
      <p:sp>
        <p:nvSpPr>
          <p:cNvPr id="202" name="Text 200"/>
          <p:cNvSpPr/>
          <p:nvPr/>
        </p:nvSpPr>
        <p:spPr>
          <a:xfrm>
            <a:off x="3209544" y="3444911"/>
            <a:ext cx="294894" cy="167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863" dirty="0">
                <a:solidFill>
                  <a:srgbClr val="1E2430"/>
                </a:solidFill>
              </a:rPr>
              <a:t>3</a:t>
            </a:r>
            <a:endParaRPr lang="en-US" sz="863" dirty="0"/>
          </a:p>
        </p:txBody>
      </p:sp>
      <p:sp>
        <p:nvSpPr>
          <p:cNvPr id="203" name="Shape 201"/>
          <p:cNvSpPr/>
          <p:nvPr/>
        </p:nvSpPr>
        <p:spPr>
          <a:xfrm>
            <a:off x="3504438" y="3415284"/>
            <a:ext cx="294894" cy="246888"/>
          </a:xfrm>
          <a:prstGeom prst="rect">
            <a:avLst/>
          </a:prstGeom>
          <a:solidFill>
            <a:srgbClr val="DDEEFE"/>
          </a:solidFill>
          <a:ln w="10160">
            <a:solidFill>
              <a:srgbClr val="A8B3C2"/>
            </a:solidFill>
            <a:prstDash val="solid"/>
          </a:ln>
        </p:spPr>
        <p:txBody>
          <a:bodyPr/>
          <a:lstStyle/>
          <a:p>
            <a:endParaRPr lang="en-IN" sz="1050"/>
          </a:p>
        </p:txBody>
      </p:sp>
      <p:sp>
        <p:nvSpPr>
          <p:cNvPr id="204" name="Text 202"/>
          <p:cNvSpPr/>
          <p:nvPr/>
        </p:nvSpPr>
        <p:spPr>
          <a:xfrm>
            <a:off x="3504438" y="3444911"/>
            <a:ext cx="294894" cy="167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863" dirty="0">
                <a:solidFill>
                  <a:srgbClr val="1E2430"/>
                </a:solidFill>
              </a:rPr>
              <a:t>4</a:t>
            </a:r>
            <a:endParaRPr lang="en-US" sz="863" dirty="0"/>
          </a:p>
        </p:txBody>
      </p:sp>
      <p:sp>
        <p:nvSpPr>
          <p:cNvPr id="205" name="Shape 203"/>
          <p:cNvSpPr/>
          <p:nvPr/>
        </p:nvSpPr>
        <p:spPr>
          <a:xfrm>
            <a:off x="2619756" y="3662172"/>
            <a:ext cx="294894" cy="246888"/>
          </a:xfrm>
          <a:prstGeom prst="rect">
            <a:avLst/>
          </a:prstGeom>
          <a:solidFill>
            <a:srgbClr val="FCE0B2"/>
          </a:solidFill>
          <a:ln w="10160">
            <a:solidFill>
              <a:srgbClr val="A8B3C2"/>
            </a:solidFill>
            <a:prstDash val="solid"/>
          </a:ln>
        </p:spPr>
        <p:txBody>
          <a:bodyPr/>
          <a:lstStyle/>
          <a:p>
            <a:endParaRPr lang="en-IN" sz="1050"/>
          </a:p>
        </p:txBody>
      </p:sp>
      <p:sp>
        <p:nvSpPr>
          <p:cNvPr id="206" name="Text 204"/>
          <p:cNvSpPr/>
          <p:nvPr/>
        </p:nvSpPr>
        <p:spPr>
          <a:xfrm>
            <a:off x="2619756" y="3691799"/>
            <a:ext cx="294894" cy="167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863" dirty="0">
                <a:solidFill>
                  <a:srgbClr val="1E2430"/>
                </a:solidFill>
              </a:rPr>
              <a:t>5</a:t>
            </a:r>
            <a:endParaRPr lang="en-US" sz="863" dirty="0"/>
          </a:p>
        </p:txBody>
      </p:sp>
      <p:sp>
        <p:nvSpPr>
          <p:cNvPr id="207" name="Shape 205"/>
          <p:cNvSpPr/>
          <p:nvPr/>
        </p:nvSpPr>
        <p:spPr>
          <a:xfrm>
            <a:off x="2914650" y="3662172"/>
            <a:ext cx="294894" cy="246888"/>
          </a:xfrm>
          <a:prstGeom prst="rect">
            <a:avLst/>
          </a:prstGeom>
          <a:solidFill>
            <a:srgbClr val="FCE0B2"/>
          </a:solidFill>
          <a:ln w="10160">
            <a:solidFill>
              <a:srgbClr val="A8B3C2"/>
            </a:solidFill>
            <a:prstDash val="solid"/>
          </a:ln>
        </p:spPr>
        <p:txBody>
          <a:bodyPr/>
          <a:lstStyle/>
          <a:p>
            <a:endParaRPr lang="en-IN" sz="1050"/>
          </a:p>
        </p:txBody>
      </p:sp>
      <p:sp>
        <p:nvSpPr>
          <p:cNvPr id="208" name="Text 206"/>
          <p:cNvSpPr/>
          <p:nvPr/>
        </p:nvSpPr>
        <p:spPr>
          <a:xfrm>
            <a:off x="2914650" y="3691799"/>
            <a:ext cx="294894" cy="167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863" dirty="0">
                <a:solidFill>
                  <a:srgbClr val="1E2430"/>
                </a:solidFill>
              </a:rPr>
              <a:t>6</a:t>
            </a:r>
            <a:endParaRPr lang="en-US" sz="863" dirty="0"/>
          </a:p>
        </p:txBody>
      </p:sp>
      <p:sp>
        <p:nvSpPr>
          <p:cNvPr id="209" name="Shape 207"/>
          <p:cNvSpPr/>
          <p:nvPr/>
        </p:nvSpPr>
        <p:spPr>
          <a:xfrm>
            <a:off x="3209544" y="3662172"/>
            <a:ext cx="294894" cy="246888"/>
          </a:xfrm>
          <a:prstGeom prst="rect">
            <a:avLst/>
          </a:prstGeom>
          <a:solidFill>
            <a:srgbClr val="DFF4E6"/>
          </a:solidFill>
          <a:ln w="10160">
            <a:solidFill>
              <a:srgbClr val="A8B3C2"/>
            </a:solidFill>
            <a:prstDash val="solid"/>
          </a:ln>
        </p:spPr>
        <p:txBody>
          <a:bodyPr/>
          <a:lstStyle/>
          <a:p>
            <a:endParaRPr lang="en-IN" sz="1050"/>
          </a:p>
        </p:txBody>
      </p:sp>
      <p:sp>
        <p:nvSpPr>
          <p:cNvPr id="210" name="Text 208"/>
          <p:cNvSpPr/>
          <p:nvPr/>
        </p:nvSpPr>
        <p:spPr>
          <a:xfrm>
            <a:off x="3209544" y="3691799"/>
            <a:ext cx="294894" cy="167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863" dirty="0">
                <a:solidFill>
                  <a:srgbClr val="1E2430"/>
                </a:solidFill>
              </a:rPr>
              <a:t>7</a:t>
            </a:r>
            <a:endParaRPr lang="en-US" sz="863" dirty="0"/>
          </a:p>
        </p:txBody>
      </p:sp>
      <p:sp>
        <p:nvSpPr>
          <p:cNvPr id="211" name="Shape 209"/>
          <p:cNvSpPr/>
          <p:nvPr/>
        </p:nvSpPr>
        <p:spPr>
          <a:xfrm>
            <a:off x="3504438" y="3662172"/>
            <a:ext cx="294894" cy="246888"/>
          </a:xfrm>
          <a:prstGeom prst="rect">
            <a:avLst/>
          </a:prstGeom>
          <a:solidFill>
            <a:srgbClr val="DDEEFE"/>
          </a:solidFill>
          <a:ln w="10160">
            <a:solidFill>
              <a:srgbClr val="A8B3C2"/>
            </a:solidFill>
            <a:prstDash val="solid"/>
          </a:ln>
        </p:spPr>
        <p:txBody>
          <a:bodyPr/>
          <a:lstStyle/>
          <a:p>
            <a:endParaRPr lang="en-IN" sz="1050"/>
          </a:p>
        </p:txBody>
      </p:sp>
      <p:sp>
        <p:nvSpPr>
          <p:cNvPr id="212" name="Text 210"/>
          <p:cNvSpPr/>
          <p:nvPr/>
        </p:nvSpPr>
        <p:spPr>
          <a:xfrm>
            <a:off x="3504438" y="3691799"/>
            <a:ext cx="294894" cy="167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863" dirty="0">
                <a:solidFill>
                  <a:srgbClr val="1E2430"/>
                </a:solidFill>
              </a:rPr>
              <a:t>8</a:t>
            </a:r>
            <a:endParaRPr lang="en-US" sz="863" dirty="0"/>
          </a:p>
        </p:txBody>
      </p:sp>
      <p:sp>
        <p:nvSpPr>
          <p:cNvPr id="213" name="Shape 211"/>
          <p:cNvSpPr/>
          <p:nvPr/>
        </p:nvSpPr>
        <p:spPr>
          <a:xfrm>
            <a:off x="2619756" y="3909060"/>
            <a:ext cx="294894" cy="246888"/>
          </a:xfrm>
          <a:prstGeom prst="rect">
            <a:avLst/>
          </a:prstGeom>
          <a:solidFill>
            <a:srgbClr val="FCE0B2"/>
          </a:solidFill>
          <a:ln w="10160">
            <a:solidFill>
              <a:srgbClr val="A8B3C2"/>
            </a:solidFill>
            <a:prstDash val="solid"/>
          </a:ln>
        </p:spPr>
        <p:txBody>
          <a:bodyPr/>
          <a:lstStyle/>
          <a:p>
            <a:endParaRPr lang="en-IN" sz="1050"/>
          </a:p>
        </p:txBody>
      </p:sp>
      <p:sp>
        <p:nvSpPr>
          <p:cNvPr id="214" name="Text 212"/>
          <p:cNvSpPr/>
          <p:nvPr/>
        </p:nvSpPr>
        <p:spPr>
          <a:xfrm>
            <a:off x="2619756" y="3938687"/>
            <a:ext cx="294894" cy="167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863" dirty="0">
                <a:solidFill>
                  <a:srgbClr val="1E2430"/>
                </a:solidFill>
              </a:rPr>
              <a:t>9</a:t>
            </a:r>
            <a:endParaRPr lang="en-US" sz="863" dirty="0"/>
          </a:p>
        </p:txBody>
      </p:sp>
      <p:sp>
        <p:nvSpPr>
          <p:cNvPr id="215" name="Shape 213"/>
          <p:cNvSpPr/>
          <p:nvPr/>
        </p:nvSpPr>
        <p:spPr>
          <a:xfrm>
            <a:off x="2914650" y="3909060"/>
            <a:ext cx="294894" cy="246888"/>
          </a:xfrm>
          <a:prstGeom prst="rect">
            <a:avLst/>
          </a:prstGeom>
          <a:solidFill>
            <a:srgbClr val="FCE0B2"/>
          </a:solidFill>
          <a:ln w="10160">
            <a:solidFill>
              <a:srgbClr val="A8B3C2"/>
            </a:solidFill>
            <a:prstDash val="solid"/>
          </a:ln>
        </p:spPr>
        <p:txBody>
          <a:bodyPr/>
          <a:lstStyle/>
          <a:p>
            <a:endParaRPr lang="en-IN" sz="1050"/>
          </a:p>
        </p:txBody>
      </p:sp>
      <p:sp>
        <p:nvSpPr>
          <p:cNvPr id="216" name="Text 214"/>
          <p:cNvSpPr/>
          <p:nvPr/>
        </p:nvSpPr>
        <p:spPr>
          <a:xfrm>
            <a:off x="2914650" y="3938687"/>
            <a:ext cx="294894" cy="167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863" dirty="0">
                <a:solidFill>
                  <a:srgbClr val="1E2430"/>
                </a:solidFill>
              </a:rPr>
              <a:t>10</a:t>
            </a:r>
            <a:endParaRPr lang="en-US" sz="863" dirty="0"/>
          </a:p>
        </p:txBody>
      </p:sp>
      <p:sp>
        <p:nvSpPr>
          <p:cNvPr id="217" name="Shape 215"/>
          <p:cNvSpPr/>
          <p:nvPr/>
        </p:nvSpPr>
        <p:spPr>
          <a:xfrm>
            <a:off x="3209544" y="3909060"/>
            <a:ext cx="294894" cy="246888"/>
          </a:xfrm>
          <a:prstGeom prst="rect">
            <a:avLst/>
          </a:prstGeom>
          <a:solidFill>
            <a:srgbClr val="DFF4E6"/>
          </a:solidFill>
          <a:ln w="10160">
            <a:solidFill>
              <a:srgbClr val="A8B3C2"/>
            </a:solidFill>
            <a:prstDash val="solid"/>
          </a:ln>
        </p:spPr>
        <p:txBody>
          <a:bodyPr/>
          <a:lstStyle/>
          <a:p>
            <a:endParaRPr lang="en-IN" sz="1050"/>
          </a:p>
        </p:txBody>
      </p:sp>
      <p:sp>
        <p:nvSpPr>
          <p:cNvPr id="218" name="Text 216"/>
          <p:cNvSpPr/>
          <p:nvPr/>
        </p:nvSpPr>
        <p:spPr>
          <a:xfrm>
            <a:off x="3209544" y="3938687"/>
            <a:ext cx="294894" cy="167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863" dirty="0">
                <a:solidFill>
                  <a:srgbClr val="1E2430"/>
                </a:solidFill>
              </a:rPr>
              <a:t>11</a:t>
            </a:r>
            <a:endParaRPr lang="en-US" sz="863" dirty="0"/>
          </a:p>
        </p:txBody>
      </p:sp>
      <p:sp>
        <p:nvSpPr>
          <p:cNvPr id="219" name="Shape 217"/>
          <p:cNvSpPr/>
          <p:nvPr/>
        </p:nvSpPr>
        <p:spPr>
          <a:xfrm>
            <a:off x="3504438" y="3909060"/>
            <a:ext cx="294894" cy="246888"/>
          </a:xfrm>
          <a:prstGeom prst="rect">
            <a:avLst/>
          </a:prstGeom>
          <a:solidFill>
            <a:srgbClr val="DDEEFE"/>
          </a:solidFill>
          <a:ln w="10160">
            <a:solidFill>
              <a:srgbClr val="A8B3C2"/>
            </a:solidFill>
            <a:prstDash val="solid"/>
          </a:ln>
        </p:spPr>
        <p:txBody>
          <a:bodyPr/>
          <a:lstStyle/>
          <a:p>
            <a:endParaRPr lang="en-IN" sz="1050"/>
          </a:p>
        </p:txBody>
      </p:sp>
      <p:sp>
        <p:nvSpPr>
          <p:cNvPr id="220" name="Text 218"/>
          <p:cNvSpPr/>
          <p:nvPr/>
        </p:nvSpPr>
        <p:spPr>
          <a:xfrm>
            <a:off x="3504438" y="3938687"/>
            <a:ext cx="294894" cy="167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863" dirty="0">
                <a:solidFill>
                  <a:srgbClr val="1E2430"/>
                </a:solidFill>
              </a:rPr>
              <a:t>12</a:t>
            </a:r>
            <a:endParaRPr lang="en-US" sz="863" dirty="0"/>
          </a:p>
        </p:txBody>
      </p:sp>
      <p:sp>
        <p:nvSpPr>
          <p:cNvPr id="221" name="Shape 219"/>
          <p:cNvSpPr/>
          <p:nvPr/>
        </p:nvSpPr>
        <p:spPr>
          <a:xfrm>
            <a:off x="2516886" y="3374136"/>
            <a:ext cx="0" cy="795528"/>
          </a:xfrm>
          <a:prstGeom prst="line">
            <a:avLst/>
          </a:prstGeom>
          <a:noFill/>
          <a:ln w="15240">
            <a:solidFill>
              <a:srgbClr val="173F7A"/>
            </a:solidFill>
            <a:prstDash val="solid"/>
          </a:ln>
        </p:spPr>
        <p:txBody>
          <a:bodyPr/>
          <a:lstStyle/>
          <a:p>
            <a:endParaRPr lang="en-IN" sz="1050"/>
          </a:p>
        </p:txBody>
      </p:sp>
      <p:sp>
        <p:nvSpPr>
          <p:cNvPr id="222" name="Shape 220"/>
          <p:cNvSpPr/>
          <p:nvPr/>
        </p:nvSpPr>
        <p:spPr>
          <a:xfrm>
            <a:off x="2516886" y="3374136"/>
            <a:ext cx="82296" cy="0"/>
          </a:xfrm>
          <a:prstGeom prst="line">
            <a:avLst/>
          </a:prstGeom>
          <a:noFill/>
          <a:ln w="15240">
            <a:solidFill>
              <a:srgbClr val="173F7A"/>
            </a:solidFill>
            <a:prstDash val="solid"/>
          </a:ln>
        </p:spPr>
        <p:txBody>
          <a:bodyPr/>
          <a:lstStyle/>
          <a:p>
            <a:endParaRPr lang="en-IN" sz="1050"/>
          </a:p>
        </p:txBody>
      </p:sp>
      <p:sp>
        <p:nvSpPr>
          <p:cNvPr id="223" name="Shape 221"/>
          <p:cNvSpPr/>
          <p:nvPr/>
        </p:nvSpPr>
        <p:spPr>
          <a:xfrm>
            <a:off x="2516886" y="4169664"/>
            <a:ext cx="82296" cy="0"/>
          </a:xfrm>
          <a:prstGeom prst="line">
            <a:avLst/>
          </a:prstGeom>
          <a:noFill/>
          <a:ln w="15240">
            <a:solidFill>
              <a:srgbClr val="173F7A"/>
            </a:solidFill>
            <a:prstDash val="solid"/>
          </a:ln>
        </p:spPr>
        <p:txBody>
          <a:bodyPr/>
          <a:lstStyle/>
          <a:p>
            <a:endParaRPr lang="en-IN" sz="1050"/>
          </a:p>
        </p:txBody>
      </p:sp>
      <p:sp>
        <p:nvSpPr>
          <p:cNvPr id="224" name="Text 222"/>
          <p:cNvSpPr/>
          <p:nvPr/>
        </p:nvSpPr>
        <p:spPr>
          <a:xfrm>
            <a:off x="2019681" y="3490722"/>
            <a:ext cx="288036" cy="3086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750" b="1" dirty="0">
                <a:solidFill>
                  <a:srgbClr val="173F7A"/>
                </a:solidFill>
              </a:rPr>
              <a:t>new</a:t>
            </a:r>
            <a:endParaRPr lang="en-US" sz="750" dirty="0"/>
          </a:p>
          <a:p>
            <a:pPr algn="ctr"/>
            <a:r>
              <a:rPr lang="en-US" sz="750" b="1" dirty="0">
                <a:solidFill>
                  <a:srgbClr val="173F7A"/>
                </a:solidFill>
              </a:rPr>
              <a:t>axis</a:t>
            </a:r>
            <a:endParaRPr lang="en-US" sz="750" dirty="0"/>
          </a:p>
        </p:txBody>
      </p:sp>
      <p:sp>
        <p:nvSpPr>
          <p:cNvPr id="225" name="Shape 223"/>
          <p:cNvSpPr/>
          <p:nvPr/>
        </p:nvSpPr>
        <p:spPr>
          <a:xfrm>
            <a:off x="2948940" y="4203954"/>
            <a:ext cx="576072" cy="192024"/>
          </a:xfrm>
          <a:prstGeom prst="roundRect">
            <a:avLst>
              <a:gd name="adj" fmla="val 17857"/>
            </a:avLst>
          </a:prstGeom>
          <a:solidFill>
            <a:srgbClr val="DDEEFE"/>
          </a:solidFill>
          <a:ln w="12700">
            <a:solidFill>
              <a:srgbClr val="B7D4F5"/>
            </a:solidFill>
            <a:prstDash val="solid"/>
          </a:ln>
        </p:spPr>
        <p:txBody>
          <a:bodyPr/>
          <a:lstStyle/>
          <a:p>
            <a:endParaRPr lang="en-IN" sz="1050"/>
          </a:p>
        </p:txBody>
      </p:sp>
      <p:sp>
        <p:nvSpPr>
          <p:cNvPr id="226" name="Text 224"/>
          <p:cNvSpPr/>
          <p:nvPr/>
        </p:nvSpPr>
        <p:spPr>
          <a:xfrm>
            <a:off x="2948940" y="4224528"/>
            <a:ext cx="576072" cy="1234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788" b="1" dirty="0">
                <a:solidFill>
                  <a:srgbClr val="173F7A"/>
                </a:solidFill>
              </a:rPr>
              <a:t>(1,3,4)</a:t>
            </a:r>
            <a:endParaRPr lang="en-US" sz="788" dirty="0"/>
          </a:p>
        </p:txBody>
      </p:sp>
      <p:sp>
        <p:nvSpPr>
          <p:cNvPr id="227" name="Shape 225"/>
          <p:cNvSpPr/>
          <p:nvPr/>
        </p:nvSpPr>
        <p:spPr>
          <a:xfrm>
            <a:off x="4608576" y="3003804"/>
            <a:ext cx="1028700" cy="288036"/>
          </a:xfrm>
          <a:prstGeom prst="roundRect">
            <a:avLst>
              <a:gd name="adj" fmla="val 16667"/>
            </a:avLst>
          </a:prstGeom>
          <a:solidFill>
            <a:srgbClr val="F5F7FA"/>
          </a:solidFill>
          <a:ln w="12700">
            <a:solidFill>
              <a:srgbClr val="E3E8EF"/>
            </a:solidFill>
            <a:prstDash val="solid"/>
          </a:ln>
        </p:spPr>
        <p:txBody>
          <a:bodyPr/>
          <a:lstStyle/>
          <a:p>
            <a:endParaRPr lang="en-IN" sz="1050"/>
          </a:p>
        </p:txBody>
      </p:sp>
      <p:sp>
        <p:nvSpPr>
          <p:cNvPr id="228" name="Text 226"/>
          <p:cNvSpPr/>
          <p:nvPr/>
        </p:nvSpPr>
        <p:spPr>
          <a:xfrm>
            <a:off x="4663440" y="3038094"/>
            <a:ext cx="1186434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63" b="1" dirty="0">
                <a:solidFill>
                  <a:srgbClr val="1E2430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x.squeeze()</a:t>
            </a:r>
            <a:endParaRPr lang="en-US" sz="1163" dirty="0"/>
          </a:p>
        </p:txBody>
      </p:sp>
      <p:sp>
        <p:nvSpPr>
          <p:cNvPr id="229" name="Shape 227"/>
          <p:cNvSpPr/>
          <p:nvPr/>
        </p:nvSpPr>
        <p:spPr>
          <a:xfrm>
            <a:off x="4786884" y="3415284"/>
            <a:ext cx="205740" cy="246888"/>
          </a:xfrm>
          <a:prstGeom prst="rect">
            <a:avLst/>
          </a:prstGeom>
          <a:solidFill>
            <a:srgbClr val="FCE0B2"/>
          </a:solidFill>
          <a:ln w="10160">
            <a:solidFill>
              <a:srgbClr val="A8B3C2"/>
            </a:solidFill>
            <a:prstDash val="solid"/>
          </a:ln>
        </p:spPr>
        <p:txBody>
          <a:bodyPr/>
          <a:lstStyle/>
          <a:p>
            <a:endParaRPr lang="en-IN" sz="1050"/>
          </a:p>
        </p:txBody>
      </p:sp>
      <p:sp>
        <p:nvSpPr>
          <p:cNvPr id="230" name="Text 228"/>
          <p:cNvSpPr/>
          <p:nvPr/>
        </p:nvSpPr>
        <p:spPr>
          <a:xfrm>
            <a:off x="4786884" y="3444911"/>
            <a:ext cx="205740" cy="167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863" dirty="0">
                <a:solidFill>
                  <a:srgbClr val="1E2430"/>
                </a:solidFill>
              </a:rPr>
              <a:t>1</a:t>
            </a:r>
            <a:endParaRPr lang="en-US" sz="863" dirty="0"/>
          </a:p>
        </p:txBody>
      </p:sp>
      <p:sp>
        <p:nvSpPr>
          <p:cNvPr id="231" name="Shape 229"/>
          <p:cNvSpPr/>
          <p:nvPr/>
        </p:nvSpPr>
        <p:spPr>
          <a:xfrm>
            <a:off x="4786884" y="3662172"/>
            <a:ext cx="205740" cy="246888"/>
          </a:xfrm>
          <a:prstGeom prst="rect">
            <a:avLst/>
          </a:prstGeom>
          <a:solidFill>
            <a:srgbClr val="FCE0B2"/>
          </a:solidFill>
          <a:ln w="10160">
            <a:solidFill>
              <a:srgbClr val="A8B3C2"/>
            </a:solidFill>
            <a:prstDash val="solid"/>
          </a:ln>
        </p:spPr>
        <p:txBody>
          <a:bodyPr/>
          <a:lstStyle/>
          <a:p>
            <a:endParaRPr lang="en-IN" sz="1050"/>
          </a:p>
        </p:txBody>
      </p:sp>
      <p:sp>
        <p:nvSpPr>
          <p:cNvPr id="232" name="Text 230"/>
          <p:cNvSpPr/>
          <p:nvPr/>
        </p:nvSpPr>
        <p:spPr>
          <a:xfrm>
            <a:off x="4786884" y="3691799"/>
            <a:ext cx="205740" cy="167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863" dirty="0">
                <a:solidFill>
                  <a:srgbClr val="1E2430"/>
                </a:solidFill>
              </a:rPr>
              <a:t>5</a:t>
            </a:r>
            <a:endParaRPr lang="en-US" sz="863" dirty="0"/>
          </a:p>
        </p:txBody>
      </p:sp>
      <p:sp>
        <p:nvSpPr>
          <p:cNvPr id="233" name="Shape 231"/>
          <p:cNvSpPr/>
          <p:nvPr/>
        </p:nvSpPr>
        <p:spPr>
          <a:xfrm>
            <a:off x="4786884" y="3909060"/>
            <a:ext cx="205740" cy="246888"/>
          </a:xfrm>
          <a:prstGeom prst="rect">
            <a:avLst/>
          </a:prstGeom>
          <a:solidFill>
            <a:srgbClr val="FCE0B2"/>
          </a:solidFill>
          <a:ln w="10160">
            <a:solidFill>
              <a:srgbClr val="A8B3C2"/>
            </a:solidFill>
            <a:prstDash val="solid"/>
          </a:ln>
        </p:spPr>
        <p:txBody>
          <a:bodyPr/>
          <a:lstStyle/>
          <a:p>
            <a:endParaRPr lang="en-IN" sz="1050"/>
          </a:p>
        </p:txBody>
      </p:sp>
      <p:sp>
        <p:nvSpPr>
          <p:cNvPr id="234" name="Text 232"/>
          <p:cNvSpPr/>
          <p:nvPr/>
        </p:nvSpPr>
        <p:spPr>
          <a:xfrm>
            <a:off x="4786884" y="3938687"/>
            <a:ext cx="205740" cy="167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863" dirty="0">
                <a:solidFill>
                  <a:srgbClr val="1E2430"/>
                </a:solidFill>
              </a:rPr>
              <a:t>9</a:t>
            </a:r>
            <a:endParaRPr lang="en-US" sz="863" dirty="0"/>
          </a:p>
        </p:txBody>
      </p:sp>
      <p:sp>
        <p:nvSpPr>
          <p:cNvPr id="235" name="Shape 233"/>
          <p:cNvSpPr/>
          <p:nvPr/>
        </p:nvSpPr>
        <p:spPr>
          <a:xfrm>
            <a:off x="5047488" y="3415284"/>
            <a:ext cx="267462" cy="246888"/>
          </a:xfrm>
          <a:prstGeom prst="rect">
            <a:avLst/>
          </a:prstGeom>
          <a:solidFill>
            <a:srgbClr val="DFF4E6"/>
          </a:solidFill>
          <a:ln w="10160">
            <a:solidFill>
              <a:srgbClr val="A8B3C2"/>
            </a:solidFill>
            <a:prstDash val="solid"/>
          </a:ln>
        </p:spPr>
        <p:txBody>
          <a:bodyPr/>
          <a:lstStyle/>
          <a:p>
            <a:endParaRPr lang="en-IN" sz="1050"/>
          </a:p>
        </p:txBody>
      </p:sp>
      <p:sp>
        <p:nvSpPr>
          <p:cNvPr id="236" name="Text 234"/>
          <p:cNvSpPr/>
          <p:nvPr/>
        </p:nvSpPr>
        <p:spPr>
          <a:xfrm>
            <a:off x="5047488" y="3444911"/>
            <a:ext cx="267462" cy="167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863" dirty="0">
                <a:solidFill>
                  <a:srgbClr val="1E2430"/>
                </a:solidFill>
              </a:rPr>
              <a:t>2</a:t>
            </a:r>
            <a:endParaRPr lang="en-US" sz="863" dirty="0"/>
          </a:p>
        </p:txBody>
      </p:sp>
      <p:sp>
        <p:nvSpPr>
          <p:cNvPr id="237" name="Shape 235"/>
          <p:cNvSpPr/>
          <p:nvPr/>
        </p:nvSpPr>
        <p:spPr>
          <a:xfrm>
            <a:off x="5314950" y="3415284"/>
            <a:ext cx="267462" cy="246888"/>
          </a:xfrm>
          <a:prstGeom prst="rect">
            <a:avLst/>
          </a:prstGeom>
          <a:solidFill>
            <a:srgbClr val="DDEEFE"/>
          </a:solidFill>
          <a:ln w="10160">
            <a:solidFill>
              <a:srgbClr val="A8B3C2"/>
            </a:solidFill>
            <a:prstDash val="solid"/>
          </a:ln>
        </p:spPr>
        <p:txBody>
          <a:bodyPr/>
          <a:lstStyle/>
          <a:p>
            <a:endParaRPr lang="en-IN" sz="1050"/>
          </a:p>
        </p:txBody>
      </p:sp>
      <p:sp>
        <p:nvSpPr>
          <p:cNvPr id="238" name="Text 236"/>
          <p:cNvSpPr/>
          <p:nvPr/>
        </p:nvSpPr>
        <p:spPr>
          <a:xfrm>
            <a:off x="5314950" y="3444911"/>
            <a:ext cx="267462" cy="167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863" dirty="0">
                <a:solidFill>
                  <a:srgbClr val="1E2430"/>
                </a:solidFill>
              </a:rPr>
              <a:t>3</a:t>
            </a:r>
            <a:endParaRPr lang="en-US" sz="863" dirty="0"/>
          </a:p>
        </p:txBody>
      </p:sp>
      <p:sp>
        <p:nvSpPr>
          <p:cNvPr id="239" name="Shape 237"/>
          <p:cNvSpPr/>
          <p:nvPr/>
        </p:nvSpPr>
        <p:spPr>
          <a:xfrm>
            <a:off x="5582412" y="3415284"/>
            <a:ext cx="267462" cy="246888"/>
          </a:xfrm>
          <a:prstGeom prst="rect">
            <a:avLst/>
          </a:prstGeom>
          <a:solidFill>
            <a:srgbClr val="DDEEFE"/>
          </a:solidFill>
          <a:ln w="10160">
            <a:solidFill>
              <a:srgbClr val="A8B3C2"/>
            </a:solidFill>
            <a:prstDash val="solid"/>
          </a:ln>
        </p:spPr>
        <p:txBody>
          <a:bodyPr/>
          <a:lstStyle/>
          <a:p>
            <a:endParaRPr lang="en-IN" sz="1050"/>
          </a:p>
        </p:txBody>
      </p:sp>
      <p:sp>
        <p:nvSpPr>
          <p:cNvPr id="240" name="Text 238"/>
          <p:cNvSpPr/>
          <p:nvPr/>
        </p:nvSpPr>
        <p:spPr>
          <a:xfrm>
            <a:off x="5582412" y="3444911"/>
            <a:ext cx="267462" cy="167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863" dirty="0">
                <a:solidFill>
                  <a:srgbClr val="1E2430"/>
                </a:solidFill>
              </a:rPr>
              <a:t>4</a:t>
            </a:r>
            <a:endParaRPr lang="en-US" sz="863" dirty="0"/>
          </a:p>
        </p:txBody>
      </p:sp>
      <p:sp>
        <p:nvSpPr>
          <p:cNvPr id="241" name="Shape 239"/>
          <p:cNvSpPr/>
          <p:nvPr/>
        </p:nvSpPr>
        <p:spPr>
          <a:xfrm>
            <a:off x="5047488" y="3662172"/>
            <a:ext cx="267462" cy="246888"/>
          </a:xfrm>
          <a:prstGeom prst="rect">
            <a:avLst/>
          </a:prstGeom>
          <a:solidFill>
            <a:srgbClr val="DFF4E6"/>
          </a:solidFill>
          <a:ln w="10160">
            <a:solidFill>
              <a:srgbClr val="A8B3C2"/>
            </a:solidFill>
            <a:prstDash val="solid"/>
          </a:ln>
        </p:spPr>
        <p:txBody>
          <a:bodyPr/>
          <a:lstStyle/>
          <a:p>
            <a:endParaRPr lang="en-IN" sz="1050"/>
          </a:p>
        </p:txBody>
      </p:sp>
      <p:sp>
        <p:nvSpPr>
          <p:cNvPr id="242" name="Text 240"/>
          <p:cNvSpPr/>
          <p:nvPr/>
        </p:nvSpPr>
        <p:spPr>
          <a:xfrm>
            <a:off x="5047488" y="3691799"/>
            <a:ext cx="267462" cy="167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863" dirty="0">
                <a:solidFill>
                  <a:srgbClr val="1E2430"/>
                </a:solidFill>
              </a:rPr>
              <a:t>6</a:t>
            </a:r>
            <a:endParaRPr lang="en-US" sz="863" dirty="0"/>
          </a:p>
        </p:txBody>
      </p:sp>
      <p:sp>
        <p:nvSpPr>
          <p:cNvPr id="243" name="Shape 241"/>
          <p:cNvSpPr/>
          <p:nvPr/>
        </p:nvSpPr>
        <p:spPr>
          <a:xfrm>
            <a:off x="5314950" y="3662172"/>
            <a:ext cx="267462" cy="246888"/>
          </a:xfrm>
          <a:prstGeom prst="rect">
            <a:avLst/>
          </a:prstGeom>
          <a:solidFill>
            <a:srgbClr val="DDEEFE"/>
          </a:solidFill>
          <a:ln w="10160">
            <a:solidFill>
              <a:srgbClr val="A8B3C2"/>
            </a:solidFill>
            <a:prstDash val="solid"/>
          </a:ln>
        </p:spPr>
        <p:txBody>
          <a:bodyPr/>
          <a:lstStyle/>
          <a:p>
            <a:endParaRPr lang="en-IN" sz="1050"/>
          </a:p>
        </p:txBody>
      </p:sp>
      <p:sp>
        <p:nvSpPr>
          <p:cNvPr id="244" name="Text 242"/>
          <p:cNvSpPr/>
          <p:nvPr/>
        </p:nvSpPr>
        <p:spPr>
          <a:xfrm>
            <a:off x="5314950" y="3691799"/>
            <a:ext cx="267462" cy="167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863" dirty="0">
                <a:solidFill>
                  <a:srgbClr val="1E2430"/>
                </a:solidFill>
              </a:rPr>
              <a:t>7</a:t>
            </a:r>
            <a:endParaRPr lang="en-US" sz="863" dirty="0"/>
          </a:p>
        </p:txBody>
      </p:sp>
      <p:sp>
        <p:nvSpPr>
          <p:cNvPr id="245" name="Shape 243"/>
          <p:cNvSpPr/>
          <p:nvPr/>
        </p:nvSpPr>
        <p:spPr>
          <a:xfrm>
            <a:off x="5582412" y="3662172"/>
            <a:ext cx="267462" cy="246888"/>
          </a:xfrm>
          <a:prstGeom prst="rect">
            <a:avLst/>
          </a:prstGeom>
          <a:solidFill>
            <a:srgbClr val="DDEEFE"/>
          </a:solidFill>
          <a:ln w="10160">
            <a:solidFill>
              <a:srgbClr val="A8B3C2"/>
            </a:solidFill>
            <a:prstDash val="solid"/>
          </a:ln>
        </p:spPr>
        <p:txBody>
          <a:bodyPr/>
          <a:lstStyle/>
          <a:p>
            <a:endParaRPr lang="en-IN" sz="1050"/>
          </a:p>
        </p:txBody>
      </p:sp>
      <p:sp>
        <p:nvSpPr>
          <p:cNvPr id="246" name="Text 244"/>
          <p:cNvSpPr/>
          <p:nvPr/>
        </p:nvSpPr>
        <p:spPr>
          <a:xfrm>
            <a:off x="5582412" y="3691799"/>
            <a:ext cx="267462" cy="167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863" dirty="0">
                <a:solidFill>
                  <a:srgbClr val="1E2430"/>
                </a:solidFill>
              </a:rPr>
              <a:t>8</a:t>
            </a:r>
            <a:endParaRPr lang="en-US" sz="863" dirty="0"/>
          </a:p>
        </p:txBody>
      </p:sp>
      <p:sp>
        <p:nvSpPr>
          <p:cNvPr id="247" name="Shape 245"/>
          <p:cNvSpPr/>
          <p:nvPr/>
        </p:nvSpPr>
        <p:spPr>
          <a:xfrm>
            <a:off x="5047488" y="3909060"/>
            <a:ext cx="267462" cy="246888"/>
          </a:xfrm>
          <a:prstGeom prst="rect">
            <a:avLst/>
          </a:prstGeom>
          <a:solidFill>
            <a:srgbClr val="DFF4E6"/>
          </a:solidFill>
          <a:ln w="10160">
            <a:solidFill>
              <a:srgbClr val="A8B3C2"/>
            </a:solidFill>
            <a:prstDash val="solid"/>
          </a:ln>
        </p:spPr>
        <p:txBody>
          <a:bodyPr/>
          <a:lstStyle/>
          <a:p>
            <a:endParaRPr lang="en-IN" sz="1050"/>
          </a:p>
        </p:txBody>
      </p:sp>
      <p:sp>
        <p:nvSpPr>
          <p:cNvPr id="248" name="Text 246"/>
          <p:cNvSpPr/>
          <p:nvPr/>
        </p:nvSpPr>
        <p:spPr>
          <a:xfrm>
            <a:off x="5047488" y="3938687"/>
            <a:ext cx="267462" cy="167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863" dirty="0">
                <a:solidFill>
                  <a:srgbClr val="1E2430"/>
                </a:solidFill>
              </a:rPr>
              <a:t>10</a:t>
            </a:r>
            <a:endParaRPr lang="en-US" sz="863" dirty="0"/>
          </a:p>
        </p:txBody>
      </p:sp>
      <p:sp>
        <p:nvSpPr>
          <p:cNvPr id="249" name="Shape 247"/>
          <p:cNvSpPr/>
          <p:nvPr/>
        </p:nvSpPr>
        <p:spPr>
          <a:xfrm>
            <a:off x="5314950" y="3909060"/>
            <a:ext cx="267462" cy="246888"/>
          </a:xfrm>
          <a:prstGeom prst="rect">
            <a:avLst/>
          </a:prstGeom>
          <a:solidFill>
            <a:srgbClr val="DDEEFE"/>
          </a:solidFill>
          <a:ln w="10160">
            <a:solidFill>
              <a:srgbClr val="A8B3C2"/>
            </a:solidFill>
            <a:prstDash val="solid"/>
          </a:ln>
        </p:spPr>
        <p:txBody>
          <a:bodyPr/>
          <a:lstStyle/>
          <a:p>
            <a:endParaRPr lang="en-IN" sz="1050"/>
          </a:p>
        </p:txBody>
      </p:sp>
      <p:sp>
        <p:nvSpPr>
          <p:cNvPr id="250" name="Text 248"/>
          <p:cNvSpPr/>
          <p:nvPr/>
        </p:nvSpPr>
        <p:spPr>
          <a:xfrm>
            <a:off x="5314950" y="3938687"/>
            <a:ext cx="267462" cy="167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863" dirty="0">
                <a:solidFill>
                  <a:srgbClr val="1E2430"/>
                </a:solidFill>
              </a:rPr>
              <a:t>11</a:t>
            </a:r>
            <a:endParaRPr lang="en-US" sz="863" dirty="0"/>
          </a:p>
        </p:txBody>
      </p:sp>
      <p:sp>
        <p:nvSpPr>
          <p:cNvPr id="251" name="Shape 249"/>
          <p:cNvSpPr/>
          <p:nvPr/>
        </p:nvSpPr>
        <p:spPr>
          <a:xfrm>
            <a:off x="5582412" y="3909060"/>
            <a:ext cx="267462" cy="246888"/>
          </a:xfrm>
          <a:prstGeom prst="rect">
            <a:avLst/>
          </a:prstGeom>
          <a:solidFill>
            <a:srgbClr val="DDEEFE"/>
          </a:solidFill>
          <a:ln w="10160">
            <a:solidFill>
              <a:srgbClr val="A8B3C2"/>
            </a:solidFill>
            <a:prstDash val="solid"/>
          </a:ln>
        </p:spPr>
        <p:txBody>
          <a:bodyPr/>
          <a:lstStyle/>
          <a:p>
            <a:endParaRPr lang="en-IN" sz="1050"/>
          </a:p>
        </p:txBody>
      </p:sp>
      <p:sp>
        <p:nvSpPr>
          <p:cNvPr id="252" name="Text 250"/>
          <p:cNvSpPr/>
          <p:nvPr/>
        </p:nvSpPr>
        <p:spPr>
          <a:xfrm>
            <a:off x="5582412" y="3938687"/>
            <a:ext cx="267462" cy="167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863" dirty="0">
                <a:solidFill>
                  <a:srgbClr val="1E2430"/>
                </a:solidFill>
              </a:rPr>
              <a:t>12</a:t>
            </a:r>
            <a:endParaRPr lang="en-US" sz="863" dirty="0"/>
          </a:p>
        </p:txBody>
      </p:sp>
      <p:sp>
        <p:nvSpPr>
          <p:cNvPr id="253" name="Shape 251"/>
          <p:cNvSpPr/>
          <p:nvPr/>
        </p:nvSpPr>
        <p:spPr>
          <a:xfrm>
            <a:off x="4718304" y="3374136"/>
            <a:ext cx="0" cy="795528"/>
          </a:xfrm>
          <a:prstGeom prst="line">
            <a:avLst/>
          </a:prstGeom>
          <a:noFill/>
          <a:ln w="15240">
            <a:solidFill>
              <a:srgbClr val="7D8798"/>
            </a:solidFill>
            <a:prstDash val="solid"/>
          </a:ln>
        </p:spPr>
        <p:txBody>
          <a:bodyPr/>
          <a:lstStyle/>
          <a:p>
            <a:endParaRPr lang="en-IN" sz="1050"/>
          </a:p>
        </p:txBody>
      </p:sp>
      <p:sp>
        <p:nvSpPr>
          <p:cNvPr id="254" name="Shape 252"/>
          <p:cNvSpPr/>
          <p:nvPr/>
        </p:nvSpPr>
        <p:spPr>
          <a:xfrm>
            <a:off x="4718304" y="3374136"/>
            <a:ext cx="82296" cy="0"/>
          </a:xfrm>
          <a:prstGeom prst="line">
            <a:avLst/>
          </a:prstGeom>
          <a:noFill/>
          <a:ln w="15240">
            <a:solidFill>
              <a:srgbClr val="7D8798"/>
            </a:solidFill>
            <a:prstDash val="solid"/>
          </a:ln>
        </p:spPr>
        <p:txBody>
          <a:bodyPr/>
          <a:lstStyle/>
          <a:p>
            <a:endParaRPr lang="en-IN" sz="1050"/>
          </a:p>
        </p:txBody>
      </p:sp>
      <p:sp>
        <p:nvSpPr>
          <p:cNvPr id="255" name="Shape 253"/>
          <p:cNvSpPr/>
          <p:nvPr/>
        </p:nvSpPr>
        <p:spPr>
          <a:xfrm>
            <a:off x="4718304" y="4169664"/>
            <a:ext cx="82296" cy="0"/>
          </a:xfrm>
          <a:prstGeom prst="line">
            <a:avLst/>
          </a:prstGeom>
          <a:noFill/>
          <a:ln w="15240">
            <a:solidFill>
              <a:srgbClr val="7D8798"/>
            </a:solidFill>
            <a:prstDash val="solid"/>
          </a:ln>
        </p:spPr>
        <p:txBody>
          <a:bodyPr/>
          <a:lstStyle/>
          <a:p>
            <a:endParaRPr lang="en-IN" sz="1050"/>
          </a:p>
        </p:txBody>
      </p:sp>
      <p:sp>
        <p:nvSpPr>
          <p:cNvPr id="256" name="Text 254"/>
          <p:cNvSpPr/>
          <p:nvPr/>
        </p:nvSpPr>
        <p:spPr>
          <a:xfrm rot="16200000">
            <a:off x="4471416" y="3717036"/>
            <a:ext cx="1783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713" dirty="0">
                <a:solidFill>
                  <a:srgbClr val="7D8798"/>
                </a:solidFill>
              </a:rPr>
              <a:t>size 1</a:t>
            </a:r>
            <a:endParaRPr lang="en-US" sz="713" dirty="0"/>
          </a:p>
        </p:txBody>
      </p:sp>
      <p:sp>
        <p:nvSpPr>
          <p:cNvPr id="257" name="Shape 255"/>
          <p:cNvSpPr/>
          <p:nvPr/>
        </p:nvSpPr>
        <p:spPr>
          <a:xfrm>
            <a:off x="4903470" y="4203954"/>
            <a:ext cx="576072" cy="192024"/>
          </a:xfrm>
          <a:prstGeom prst="roundRect">
            <a:avLst>
              <a:gd name="adj" fmla="val 17857"/>
            </a:avLst>
          </a:prstGeom>
          <a:solidFill>
            <a:srgbClr val="DDEEFE"/>
          </a:solidFill>
          <a:ln w="12700">
            <a:solidFill>
              <a:srgbClr val="B7D4F5"/>
            </a:solidFill>
            <a:prstDash val="solid"/>
          </a:ln>
        </p:spPr>
        <p:txBody>
          <a:bodyPr/>
          <a:lstStyle/>
          <a:p>
            <a:endParaRPr lang="en-IN" sz="1050"/>
          </a:p>
        </p:txBody>
      </p:sp>
      <p:sp>
        <p:nvSpPr>
          <p:cNvPr id="258" name="Text 256"/>
          <p:cNvSpPr/>
          <p:nvPr/>
        </p:nvSpPr>
        <p:spPr>
          <a:xfrm>
            <a:off x="4903470" y="4224528"/>
            <a:ext cx="576072" cy="1234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788" b="1" dirty="0">
                <a:solidFill>
                  <a:srgbClr val="173F7A"/>
                </a:solidFill>
              </a:rPr>
              <a:t>(3,1,4)</a:t>
            </a:r>
            <a:endParaRPr lang="en-US" sz="788" dirty="0"/>
          </a:p>
        </p:txBody>
      </p:sp>
      <p:sp>
        <p:nvSpPr>
          <p:cNvPr id="259" name="Shape 257"/>
          <p:cNvSpPr/>
          <p:nvPr/>
        </p:nvSpPr>
        <p:spPr>
          <a:xfrm>
            <a:off x="5879746" y="3799332"/>
            <a:ext cx="445770" cy="0"/>
          </a:xfrm>
          <a:prstGeom prst="line">
            <a:avLst/>
          </a:prstGeom>
          <a:noFill/>
          <a:ln w="17780">
            <a:solidFill>
              <a:srgbClr val="7D8798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IN" sz="1050"/>
          </a:p>
        </p:txBody>
      </p:sp>
      <p:sp>
        <p:nvSpPr>
          <p:cNvPr id="260" name="Shape 258"/>
          <p:cNvSpPr/>
          <p:nvPr/>
        </p:nvSpPr>
        <p:spPr>
          <a:xfrm>
            <a:off x="6364224" y="3415284"/>
            <a:ext cx="294894" cy="246888"/>
          </a:xfrm>
          <a:prstGeom prst="rect">
            <a:avLst/>
          </a:prstGeom>
          <a:solidFill>
            <a:srgbClr val="FCE0B2"/>
          </a:solidFill>
          <a:ln w="10160">
            <a:solidFill>
              <a:srgbClr val="A8B3C2"/>
            </a:solidFill>
            <a:prstDash val="solid"/>
          </a:ln>
        </p:spPr>
        <p:txBody>
          <a:bodyPr/>
          <a:lstStyle/>
          <a:p>
            <a:endParaRPr lang="en-IN" sz="1050"/>
          </a:p>
        </p:txBody>
      </p:sp>
      <p:sp>
        <p:nvSpPr>
          <p:cNvPr id="261" name="Text 259"/>
          <p:cNvSpPr/>
          <p:nvPr/>
        </p:nvSpPr>
        <p:spPr>
          <a:xfrm>
            <a:off x="6364224" y="3444911"/>
            <a:ext cx="294894" cy="167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863" dirty="0">
                <a:solidFill>
                  <a:srgbClr val="1E2430"/>
                </a:solidFill>
              </a:rPr>
              <a:t>1</a:t>
            </a:r>
            <a:endParaRPr lang="en-US" sz="863" dirty="0"/>
          </a:p>
        </p:txBody>
      </p:sp>
      <p:sp>
        <p:nvSpPr>
          <p:cNvPr id="262" name="Shape 260"/>
          <p:cNvSpPr/>
          <p:nvPr/>
        </p:nvSpPr>
        <p:spPr>
          <a:xfrm>
            <a:off x="6659118" y="3415284"/>
            <a:ext cx="294894" cy="246888"/>
          </a:xfrm>
          <a:prstGeom prst="rect">
            <a:avLst/>
          </a:prstGeom>
          <a:solidFill>
            <a:srgbClr val="FCE0B2"/>
          </a:solidFill>
          <a:ln w="10160">
            <a:solidFill>
              <a:srgbClr val="A8B3C2"/>
            </a:solidFill>
            <a:prstDash val="solid"/>
          </a:ln>
        </p:spPr>
        <p:txBody>
          <a:bodyPr/>
          <a:lstStyle/>
          <a:p>
            <a:endParaRPr lang="en-IN" sz="1050"/>
          </a:p>
        </p:txBody>
      </p:sp>
      <p:sp>
        <p:nvSpPr>
          <p:cNvPr id="263" name="Text 261"/>
          <p:cNvSpPr/>
          <p:nvPr/>
        </p:nvSpPr>
        <p:spPr>
          <a:xfrm>
            <a:off x="6659118" y="3444911"/>
            <a:ext cx="294894" cy="167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863" dirty="0">
                <a:solidFill>
                  <a:srgbClr val="1E2430"/>
                </a:solidFill>
              </a:rPr>
              <a:t>2</a:t>
            </a:r>
            <a:endParaRPr lang="en-US" sz="863" dirty="0"/>
          </a:p>
        </p:txBody>
      </p:sp>
      <p:sp>
        <p:nvSpPr>
          <p:cNvPr id="264" name="Shape 262"/>
          <p:cNvSpPr/>
          <p:nvPr/>
        </p:nvSpPr>
        <p:spPr>
          <a:xfrm>
            <a:off x="6954012" y="3415284"/>
            <a:ext cx="294894" cy="246888"/>
          </a:xfrm>
          <a:prstGeom prst="rect">
            <a:avLst/>
          </a:prstGeom>
          <a:solidFill>
            <a:srgbClr val="DFF4E6"/>
          </a:solidFill>
          <a:ln w="10160">
            <a:solidFill>
              <a:srgbClr val="A8B3C2"/>
            </a:solidFill>
            <a:prstDash val="solid"/>
          </a:ln>
        </p:spPr>
        <p:txBody>
          <a:bodyPr/>
          <a:lstStyle/>
          <a:p>
            <a:endParaRPr lang="en-IN" sz="1050"/>
          </a:p>
        </p:txBody>
      </p:sp>
      <p:sp>
        <p:nvSpPr>
          <p:cNvPr id="265" name="Text 263"/>
          <p:cNvSpPr/>
          <p:nvPr/>
        </p:nvSpPr>
        <p:spPr>
          <a:xfrm>
            <a:off x="6954012" y="3444911"/>
            <a:ext cx="294894" cy="167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863" dirty="0">
                <a:solidFill>
                  <a:srgbClr val="1E2430"/>
                </a:solidFill>
              </a:rPr>
              <a:t>3</a:t>
            </a:r>
            <a:endParaRPr lang="en-US" sz="863" dirty="0"/>
          </a:p>
        </p:txBody>
      </p:sp>
      <p:sp>
        <p:nvSpPr>
          <p:cNvPr id="266" name="Shape 264"/>
          <p:cNvSpPr/>
          <p:nvPr/>
        </p:nvSpPr>
        <p:spPr>
          <a:xfrm>
            <a:off x="7248906" y="3415284"/>
            <a:ext cx="294894" cy="246888"/>
          </a:xfrm>
          <a:prstGeom prst="rect">
            <a:avLst/>
          </a:prstGeom>
          <a:solidFill>
            <a:srgbClr val="DDEEFE"/>
          </a:solidFill>
          <a:ln w="10160">
            <a:solidFill>
              <a:srgbClr val="A8B3C2"/>
            </a:solidFill>
            <a:prstDash val="solid"/>
          </a:ln>
        </p:spPr>
        <p:txBody>
          <a:bodyPr/>
          <a:lstStyle/>
          <a:p>
            <a:endParaRPr lang="en-IN" sz="1050"/>
          </a:p>
        </p:txBody>
      </p:sp>
      <p:sp>
        <p:nvSpPr>
          <p:cNvPr id="267" name="Text 265"/>
          <p:cNvSpPr/>
          <p:nvPr/>
        </p:nvSpPr>
        <p:spPr>
          <a:xfrm>
            <a:off x="7248906" y="3444911"/>
            <a:ext cx="294894" cy="167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863" dirty="0">
                <a:solidFill>
                  <a:srgbClr val="1E2430"/>
                </a:solidFill>
              </a:rPr>
              <a:t>4</a:t>
            </a:r>
            <a:endParaRPr lang="en-US" sz="863" dirty="0"/>
          </a:p>
        </p:txBody>
      </p:sp>
      <p:sp>
        <p:nvSpPr>
          <p:cNvPr id="268" name="Shape 266"/>
          <p:cNvSpPr/>
          <p:nvPr/>
        </p:nvSpPr>
        <p:spPr>
          <a:xfrm>
            <a:off x="6364224" y="3662172"/>
            <a:ext cx="294894" cy="246888"/>
          </a:xfrm>
          <a:prstGeom prst="rect">
            <a:avLst/>
          </a:prstGeom>
          <a:solidFill>
            <a:srgbClr val="FCE0B2"/>
          </a:solidFill>
          <a:ln w="10160">
            <a:solidFill>
              <a:srgbClr val="A8B3C2"/>
            </a:solidFill>
            <a:prstDash val="solid"/>
          </a:ln>
        </p:spPr>
        <p:txBody>
          <a:bodyPr/>
          <a:lstStyle/>
          <a:p>
            <a:endParaRPr lang="en-IN" sz="1050"/>
          </a:p>
        </p:txBody>
      </p:sp>
      <p:sp>
        <p:nvSpPr>
          <p:cNvPr id="269" name="Text 267"/>
          <p:cNvSpPr/>
          <p:nvPr/>
        </p:nvSpPr>
        <p:spPr>
          <a:xfrm>
            <a:off x="6364224" y="3691799"/>
            <a:ext cx="294894" cy="167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863" dirty="0">
                <a:solidFill>
                  <a:srgbClr val="1E2430"/>
                </a:solidFill>
              </a:rPr>
              <a:t>5</a:t>
            </a:r>
            <a:endParaRPr lang="en-US" sz="863" dirty="0"/>
          </a:p>
        </p:txBody>
      </p:sp>
      <p:sp>
        <p:nvSpPr>
          <p:cNvPr id="270" name="Shape 268"/>
          <p:cNvSpPr/>
          <p:nvPr/>
        </p:nvSpPr>
        <p:spPr>
          <a:xfrm>
            <a:off x="6659118" y="3662172"/>
            <a:ext cx="294894" cy="246888"/>
          </a:xfrm>
          <a:prstGeom prst="rect">
            <a:avLst/>
          </a:prstGeom>
          <a:solidFill>
            <a:srgbClr val="FCE0B2"/>
          </a:solidFill>
          <a:ln w="10160">
            <a:solidFill>
              <a:srgbClr val="A8B3C2"/>
            </a:solidFill>
            <a:prstDash val="solid"/>
          </a:ln>
        </p:spPr>
        <p:txBody>
          <a:bodyPr/>
          <a:lstStyle/>
          <a:p>
            <a:endParaRPr lang="en-IN" sz="1050"/>
          </a:p>
        </p:txBody>
      </p:sp>
      <p:sp>
        <p:nvSpPr>
          <p:cNvPr id="271" name="Text 269"/>
          <p:cNvSpPr/>
          <p:nvPr/>
        </p:nvSpPr>
        <p:spPr>
          <a:xfrm>
            <a:off x="6659118" y="3691799"/>
            <a:ext cx="294894" cy="167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863" dirty="0">
                <a:solidFill>
                  <a:srgbClr val="1E2430"/>
                </a:solidFill>
              </a:rPr>
              <a:t>6</a:t>
            </a:r>
            <a:endParaRPr lang="en-US" sz="863" dirty="0"/>
          </a:p>
        </p:txBody>
      </p:sp>
      <p:sp>
        <p:nvSpPr>
          <p:cNvPr id="272" name="Shape 270"/>
          <p:cNvSpPr/>
          <p:nvPr/>
        </p:nvSpPr>
        <p:spPr>
          <a:xfrm>
            <a:off x="6954012" y="3662172"/>
            <a:ext cx="294894" cy="246888"/>
          </a:xfrm>
          <a:prstGeom prst="rect">
            <a:avLst/>
          </a:prstGeom>
          <a:solidFill>
            <a:srgbClr val="DFF4E6"/>
          </a:solidFill>
          <a:ln w="10160">
            <a:solidFill>
              <a:srgbClr val="A8B3C2"/>
            </a:solidFill>
            <a:prstDash val="solid"/>
          </a:ln>
        </p:spPr>
        <p:txBody>
          <a:bodyPr/>
          <a:lstStyle/>
          <a:p>
            <a:endParaRPr lang="en-IN" sz="1050"/>
          </a:p>
        </p:txBody>
      </p:sp>
      <p:sp>
        <p:nvSpPr>
          <p:cNvPr id="273" name="Text 271"/>
          <p:cNvSpPr/>
          <p:nvPr/>
        </p:nvSpPr>
        <p:spPr>
          <a:xfrm>
            <a:off x="6954012" y="3691799"/>
            <a:ext cx="294894" cy="167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863" dirty="0">
                <a:solidFill>
                  <a:srgbClr val="1E2430"/>
                </a:solidFill>
              </a:rPr>
              <a:t>7</a:t>
            </a:r>
            <a:endParaRPr lang="en-US" sz="863" dirty="0"/>
          </a:p>
        </p:txBody>
      </p:sp>
      <p:sp>
        <p:nvSpPr>
          <p:cNvPr id="274" name="Shape 272"/>
          <p:cNvSpPr/>
          <p:nvPr/>
        </p:nvSpPr>
        <p:spPr>
          <a:xfrm>
            <a:off x="7248906" y="3662172"/>
            <a:ext cx="294894" cy="246888"/>
          </a:xfrm>
          <a:prstGeom prst="rect">
            <a:avLst/>
          </a:prstGeom>
          <a:solidFill>
            <a:srgbClr val="DDEEFE"/>
          </a:solidFill>
          <a:ln w="10160">
            <a:solidFill>
              <a:srgbClr val="A8B3C2"/>
            </a:solidFill>
            <a:prstDash val="solid"/>
          </a:ln>
        </p:spPr>
        <p:txBody>
          <a:bodyPr/>
          <a:lstStyle/>
          <a:p>
            <a:endParaRPr lang="en-IN" sz="1050"/>
          </a:p>
        </p:txBody>
      </p:sp>
      <p:sp>
        <p:nvSpPr>
          <p:cNvPr id="275" name="Text 273"/>
          <p:cNvSpPr/>
          <p:nvPr/>
        </p:nvSpPr>
        <p:spPr>
          <a:xfrm>
            <a:off x="7248906" y="3691799"/>
            <a:ext cx="294894" cy="167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863" dirty="0">
                <a:solidFill>
                  <a:srgbClr val="1E2430"/>
                </a:solidFill>
              </a:rPr>
              <a:t>8</a:t>
            </a:r>
            <a:endParaRPr lang="en-US" sz="863" dirty="0"/>
          </a:p>
        </p:txBody>
      </p:sp>
      <p:sp>
        <p:nvSpPr>
          <p:cNvPr id="276" name="Shape 274"/>
          <p:cNvSpPr/>
          <p:nvPr/>
        </p:nvSpPr>
        <p:spPr>
          <a:xfrm>
            <a:off x="6364224" y="3909060"/>
            <a:ext cx="294894" cy="246888"/>
          </a:xfrm>
          <a:prstGeom prst="rect">
            <a:avLst/>
          </a:prstGeom>
          <a:solidFill>
            <a:srgbClr val="FCE0B2"/>
          </a:solidFill>
          <a:ln w="10160">
            <a:solidFill>
              <a:srgbClr val="A8B3C2"/>
            </a:solidFill>
            <a:prstDash val="solid"/>
          </a:ln>
        </p:spPr>
        <p:txBody>
          <a:bodyPr/>
          <a:lstStyle/>
          <a:p>
            <a:endParaRPr lang="en-IN" sz="1050"/>
          </a:p>
        </p:txBody>
      </p:sp>
      <p:sp>
        <p:nvSpPr>
          <p:cNvPr id="277" name="Text 275"/>
          <p:cNvSpPr/>
          <p:nvPr/>
        </p:nvSpPr>
        <p:spPr>
          <a:xfrm>
            <a:off x="6364224" y="3938687"/>
            <a:ext cx="294894" cy="167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863" dirty="0">
                <a:solidFill>
                  <a:srgbClr val="1E2430"/>
                </a:solidFill>
              </a:rPr>
              <a:t>9</a:t>
            </a:r>
            <a:endParaRPr lang="en-US" sz="863" dirty="0"/>
          </a:p>
        </p:txBody>
      </p:sp>
      <p:sp>
        <p:nvSpPr>
          <p:cNvPr id="278" name="Shape 276"/>
          <p:cNvSpPr/>
          <p:nvPr/>
        </p:nvSpPr>
        <p:spPr>
          <a:xfrm>
            <a:off x="6659118" y="3909060"/>
            <a:ext cx="294894" cy="246888"/>
          </a:xfrm>
          <a:prstGeom prst="rect">
            <a:avLst/>
          </a:prstGeom>
          <a:solidFill>
            <a:srgbClr val="FCE0B2"/>
          </a:solidFill>
          <a:ln w="10160">
            <a:solidFill>
              <a:srgbClr val="A8B3C2"/>
            </a:solidFill>
            <a:prstDash val="solid"/>
          </a:ln>
        </p:spPr>
        <p:txBody>
          <a:bodyPr/>
          <a:lstStyle/>
          <a:p>
            <a:endParaRPr lang="en-IN" sz="1050"/>
          </a:p>
        </p:txBody>
      </p:sp>
      <p:sp>
        <p:nvSpPr>
          <p:cNvPr id="279" name="Text 277"/>
          <p:cNvSpPr/>
          <p:nvPr/>
        </p:nvSpPr>
        <p:spPr>
          <a:xfrm>
            <a:off x="6659118" y="3938687"/>
            <a:ext cx="294894" cy="167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863" dirty="0">
                <a:solidFill>
                  <a:srgbClr val="1E2430"/>
                </a:solidFill>
              </a:rPr>
              <a:t>10</a:t>
            </a:r>
            <a:endParaRPr lang="en-US" sz="863" dirty="0"/>
          </a:p>
        </p:txBody>
      </p:sp>
      <p:sp>
        <p:nvSpPr>
          <p:cNvPr id="280" name="Shape 278"/>
          <p:cNvSpPr/>
          <p:nvPr/>
        </p:nvSpPr>
        <p:spPr>
          <a:xfrm>
            <a:off x="6954012" y="3909060"/>
            <a:ext cx="294894" cy="246888"/>
          </a:xfrm>
          <a:prstGeom prst="rect">
            <a:avLst/>
          </a:prstGeom>
          <a:solidFill>
            <a:srgbClr val="DFF4E6"/>
          </a:solidFill>
          <a:ln w="10160">
            <a:solidFill>
              <a:srgbClr val="A8B3C2"/>
            </a:solidFill>
            <a:prstDash val="solid"/>
          </a:ln>
        </p:spPr>
        <p:txBody>
          <a:bodyPr/>
          <a:lstStyle/>
          <a:p>
            <a:endParaRPr lang="en-IN" sz="1050"/>
          </a:p>
        </p:txBody>
      </p:sp>
      <p:sp>
        <p:nvSpPr>
          <p:cNvPr id="281" name="Text 279"/>
          <p:cNvSpPr/>
          <p:nvPr/>
        </p:nvSpPr>
        <p:spPr>
          <a:xfrm>
            <a:off x="6954012" y="3938687"/>
            <a:ext cx="294894" cy="167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863" dirty="0">
                <a:solidFill>
                  <a:srgbClr val="1E2430"/>
                </a:solidFill>
              </a:rPr>
              <a:t>11</a:t>
            </a:r>
            <a:endParaRPr lang="en-US" sz="863" dirty="0"/>
          </a:p>
        </p:txBody>
      </p:sp>
      <p:sp>
        <p:nvSpPr>
          <p:cNvPr id="282" name="Shape 280"/>
          <p:cNvSpPr/>
          <p:nvPr/>
        </p:nvSpPr>
        <p:spPr>
          <a:xfrm>
            <a:off x="7248906" y="3909060"/>
            <a:ext cx="294894" cy="246888"/>
          </a:xfrm>
          <a:prstGeom prst="rect">
            <a:avLst/>
          </a:prstGeom>
          <a:solidFill>
            <a:srgbClr val="DDEEFE"/>
          </a:solidFill>
          <a:ln w="10160">
            <a:solidFill>
              <a:srgbClr val="A8B3C2"/>
            </a:solidFill>
            <a:prstDash val="solid"/>
          </a:ln>
        </p:spPr>
        <p:txBody>
          <a:bodyPr/>
          <a:lstStyle/>
          <a:p>
            <a:endParaRPr lang="en-IN" sz="1050"/>
          </a:p>
        </p:txBody>
      </p:sp>
      <p:sp>
        <p:nvSpPr>
          <p:cNvPr id="283" name="Text 281"/>
          <p:cNvSpPr/>
          <p:nvPr/>
        </p:nvSpPr>
        <p:spPr>
          <a:xfrm>
            <a:off x="7248906" y="3938687"/>
            <a:ext cx="294894" cy="167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863" dirty="0">
                <a:solidFill>
                  <a:srgbClr val="1E2430"/>
                </a:solidFill>
              </a:rPr>
              <a:t>12</a:t>
            </a:r>
            <a:endParaRPr lang="en-US" sz="863" dirty="0"/>
          </a:p>
        </p:txBody>
      </p:sp>
      <p:sp>
        <p:nvSpPr>
          <p:cNvPr id="284" name="Shape 282"/>
          <p:cNvSpPr/>
          <p:nvPr/>
        </p:nvSpPr>
        <p:spPr>
          <a:xfrm>
            <a:off x="6672834" y="4203954"/>
            <a:ext cx="452628" cy="192024"/>
          </a:xfrm>
          <a:prstGeom prst="roundRect">
            <a:avLst>
              <a:gd name="adj" fmla="val 17857"/>
            </a:avLst>
          </a:prstGeom>
          <a:solidFill>
            <a:srgbClr val="DDEEFE"/>
          </a:solidFill>
          <a:ln w="12700">
            <a:solidFill>
              <a:srgbClr val="B7D4F5"/>
            </a:solidFill>
            <a:prstDash val="solid"/>
          </a:ln>
        </p:spPr>
        <p:txBody>
          <a:bodyPr/>
          <a:lstStyle/>
          <a:p>
            <a:endParaRPr lang="en-IN" sz="1050"/>
          </a:p>
        </p:txBody>
      </p:sp>
      <p:sp>
        <p:nvSpPr>
          <p:cNvPr id="285" name="Text 283"/>
          <p:cNvSpPr/>
          <p:nvPr/>
        </p:nvSpPr>
        <p:spPr>
          <a:xfrm>
            <a:off x="6672834" y="4224528"/>
            <a:ext cx="452628" cy="1234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788" b="1" dirty="0">
                <a:solidFill>
                  <a:srgbClr val="173F7A"/>
                </a:solidFill>
              </a:rPr>
              <a:t>(3,4)</a:t>
            </a:r>
            <a:endParaRPr lang="en-US" sz="788" dirty="0"/>
          </a:p>
        </p:txBody>
      </p:sp>
      <p:sp>
        <p:nvSpPr>
          <p:cNvPr id="286" name="Text 284"/>
          <p:cNvSpPr/>
          <p:nvPr/>
        </p:nvSpPr>
        <p:spPr>
          <a:xfrm>
            <a:off x="6035040" y="4471416"/>
            <a:ext cx="18516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840" dirty="0">
                <a:solidFill>
                  <a:srgbClr val="7D8798"/>
                </a:solidFill>
              </a:rPr>
              <a:t>removes all dimensions whose size is 1</a:t>
            </a:r>
            <a:endParaRPr lang="en-US" sz="84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" y="0"/>
            <a:ext cx="9143771" cy="102870"/>
          </a:xfrm>
          <a:prstGeom prst="rect">
            <a:avLst/>
          </a:prstGeom>
          <a:solidFill>
            <a:srgbClr val="173F7A"/>
          </a:solidFill>
          <a:ln w="12700">
            <a:solidFill>
              <a:srgbClr val="173F7A"/>
            </a:solidFill>
            <a:prstDash val="solid"/>
          </a:ln>
        </p:spPr>
        <p:txBody>
          <a:bodyPr/>
          <a:lstStyle/>
          <a:p>
            <a:endParaRPr lang="en-IN" sz="1050"/>
          </a:p>
        </p:txBody>
      </p:sp>
      <p:sp>
        <p:nvSpPr>
          <p:cNvPr id="3" name="Text 1"/>
          <p:cNvSpPr/>
          <p:nvPr/>
        </p:nvSpPr>
        <p:spPr>
          <a:xfrm>
            <a:off x="425196" y="240030"/>
            <a:ext cx="6035040" cy="2880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800" b="1" dirty="0">
                <a:solidFill>
                  <a:srgbClr val="0F2F5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Permute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25196" y="562356"/>
            <a:ext cx="78867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863" dirty="0">
                <a:solidFill>
                  <a:srgbClr val="7D8798"/>
                </a:solidFill>
              </a:rPr>
              <a:t>Reorder the meaning of each dimension</a:t>
            </a:r>
            <a:endParaRPr lang="en-US" sz="863" dirty="0"/>
          </a:p>
        </p:txBody>
      </p:sp>
      <p:sp>
        <p:nvSpPr>
          <p:cNvPr id="5" name="Shape 3"/>
          <p:cNvSpPr/>
          <p:nvPr/>
        </p:nvSpPr>
        <p:spPr>
          <a:xfrm>
            <a:off x="452628" y="809244"/>
            <a:ext cx="1467612" cy="288036"/>
          </a:xfrm>
          <a:prstGeom prst="roundRect">
            <a:avLst>
              <a:gd name="adj" fmla="val 16667"/>
            </a:avLst>
          </a:prstGeom>
          <a:solidFill>
            <a:srgbClr val="F5F7FA"/>
          </a:solidFill>
          <a:ln w="12700">
            <a:solidFill>
              <a:srgbClr val="E3E8EF"/>
            </a:solidFill>
            <a:prstDash val="solid"/>
          </a:ln>
        </p:spPr>
        <p:txBody>
          <a:bodyPr/>
          <a:lstStyle/>
          <a:p>
            <a:endParaRPr lang="en-IN" sz="1050"/>
          </a:p>
        </p:txBody>
      </p:sp>
      <p:sp>
        <p:nvSpPr>
          <p:cNvPr id="6" name="Text 4"/>
          <p:cNvSpPr/>
          <p:nvPr/>
        </p:nvSpPr>
        <p:spPr>
          <a:xfrm>
            <a:off x="507492" y="843534"/>
            <a:ext cx="1692591" cy="960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63" b="1" dirty="0">
                <a:solidFill>
                  <a:srgbClr val="1E2430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x.permute(2, 0, 1)</a:t>
            </a:r>
            <a:endParaRPr lang="en-US" sz="1163" dirty="0"/>
          </a:p>
        </p:txBody>
      </p:sp>
      <p:sp>
        <p:nvSpPr>
          <p:cNvPr id="7" name="Text 5"/>
          <p:cNvSpPr/>
          <p:nvPr/>
        </p:nvSpPr>
        <p:spPr>
          <a:xfrm>
            <a:off x="2276856" y="812673"/>
            <a:ext cx="4663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50" dirty="0">
                <a:solidFill>
                  <a:srgbClr val="1E2430"/>
                </a:solidFill>
              </a:rPr>
              <a:t>Common image case: convert (H, W, C) to (C, H, W)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603504" y="1275588"/>
            <a:ext cx="1783080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38" dirty="0">
                <a:solidFill>
                  <a:srgbClr val="7D8798"/>
                </a:solidFill>
              </a:rPr>
              <a:t>before: channel-last image tensor</a:t>
            </a:r>
            <a:endParaRPr lang="en-US" sz="938" dirty="0"/>
          </a:p>
        </p:txBody>
      </p:sp>
      <p:sp>
        <p:nvSpPr>
          <p:cNvPr id="9" name="Shape 7"/>
          <p:cNvSpPr/>
          <p:nvPr/>
        </p:nvSpPr>
        <p:spPr>
          <a:xfrm>
            <a:off x="685800" y="1495044"/>
            <a:ext cx="132588" cy="322326"/>
          </a:xfrm>
          <a:prstGeom prst="rect">
            <a:avLst/>
          </a:prstGeom>
          <a:solidFill>
            <a:srgbClr val="FF6B6B"/>
          </a:solidFill>
          <a:ln w="508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N" sz="1050"/>
          </a:p>
        </p:txBody>
      </p:sp>
      <p:sp>
        <p:nvSpPr>
          <p:cNvPr id="10" name="Shape 8"/>
          <p:cNvSpPr/>
          <p:nvPr/>
        </p:nvSpPr>
        <p:spPr>
          <a:xfrm>
            <a:off x="818388" y="1495044"/>
            <a:ext cx="132588" cy="322326"/>
          </a:xfrm>
          <a:prstGeom prst="rect">
            <a:avLst/>
          </a:prstGeom>
          <a:solidFill>
            <a:srgbClr val="7DCE82"/>
          </a:solidFill>
          <a:ln w="508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N" sz="1050"/>
          </a:p>
        </p:txBody>
      </p:sp>
      <p:sp>
        <p:nvSpPr>
          <p:cNvPr id="11" name="Shape 9"/>
          <p:cNvSpPr/>
          <p:nvPr/>
        </p:nvSpPr>
        <p:spPr>
          <a:xfrm>
            <a:off x="950976" y="1495044"/>
            <a:ext cx="132588" cy="322326"/>
          </a:xfrm>
          <a:prstGeom prst="rect">
            <a:avLst/>
          </a:prstGeom>
          <a:solidFill>
            <a:srgbClr val="64B5F6"/>
          </a:solidFill>
          <a:ln w="508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N" sz="1050"/>
          </a:p>
        </p:txBody>
      </p:sp>
      <p:sp>
        <p:nvSpPr>
          <p:cNvPr id="12" name="Text 10"/>
          <p:cNvSpPr/>
          <p:nvPr/>
        </p:nvSpPr>
        <p:spPr>
          <a:xfrm>
            <a:off x="685800" y="1570482"/>
            <a:ext cx="39776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713" b="1" dirty="0">
                <a:solidFill>
                  <a:srgbClr val="FFFFFF"/>
                </a:solidFill>
              </a:rPr>
              <a:t>1</a:t>
            </a:r>
            <a:endParaRPr lang="en-US" sz="713" dirty="0"/>
          </a:p>
        </p:txBody>
      </p:sp>
      <p:sp>
        <p:nvSpPr>
          <p:cNvPr id="13" name="Shape 11"/>
          <p:cNvSpPr/>
          <p:nvPr/>
        </p:nvSpPr>
        <p:spPr>
          <a:xfrm>
            <a:off x="1083564" y="1495044"/>
            <a:ext cx="132588" cy="322326"/>
          </a:xfrm>
          <a:prstGeom prst="rect">
            <a:avLst/>
          </a:prstGeom>
          <a:solidFill>
            <a:srgbClr val="FF6B6B"/>
          </a:solidFill>
          <a:ln w="508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N" sz="1050"/>
          </a:p>
        </p:txBody>
      </p:sp>
      <p:sp>
        <p:nvSpPr>
          <p:cNvPr id="14" name="Shape 12"/>
          <p:cNvSpPr/>
          <p:nvPr/>
        </p:nvSpPr>
        <p:spPr>
          <a:xfrm>
            <a:off x="1216152" y="1495044"/>
            <a:ext cx="132588" cy="322326"/>
          </a:xfrm>
          <a:prstGeom prst="rect">
            <a:avLst/>
          </a:prstGeom>
          <a:solidFill>
            <a:srgbClr val="7DCE82"/>
          </a:solidFill>
          <a:ln w="508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N" sz="1050"/>
          </a:p>
        </p:txBody>
      </p:sp>
      <p:sp>
        <p:nvSpPr>
          <p:cNvPr id="15" name="Shape 13"/>
          <p:cNvSpPr/>
          <p:nvPr/>
        </p:nvSpPr>
        <p:spPr>
          <a:xfrm>
            <a:off x="1348740" y="1495044"/>
            <a:ext cx="132588" cy="322326"/>
          </a:xfrm>
          <a:prstGeom prst="rect">
            <a:avLst/>
          </a:prstGeom>
          <a:solidFill>
            <a:srgbClr val="64B5F6"/>
          </a:solidFill>
          <a:ln w="508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N" sz="1050"/>
          </a:p>
        </p:txBody>
      </p:sp>
      <p:sp>
        <p:nvSpPr>
          <p:cNvPr id="16" name="Text 14"/>
          <p:cNvSpPr/>
          <p:nvPr/>
        </p:nvSpPr>
        <p:spPr>
          <a:xfrm>
            <a:off x="1083564" y="1570482"/>
            <a:ext cx="39776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713" b="1" dirty="0">
                <a:solidFill>
                  <a:srgbClr val="FFFFFF"/>
                </a:solidFill>
              </a:rPr>
              <a:t>2</a:t>
            </a:r>
            <a:endParaRPr lang="en-US" sz="713" dirty="0"/>
          </a:p>
        </p:txBody>
      </p:sp>
      <p:sp>
        <p:nvSpPr>
          <p:cNvPr id="17" name="Shape 15"/>
          <p:cNvSpPr/>
          <p:nvPr/>
        </p:nvSpPr>
        <p:spPr>
          <a:xfrm>
            <a:off x="1481328" y="1495044"/>
            <a:ext cx="132588" cy="322326"/>
          </a:xfrm>
          <a:prstGeom prst="rect">
            <a:avLst/>
          </a:prstGeom>
          <a:solidFill>
            <a:srgbClr val="FF6B6B"/>
          </a:solidFill>
          <a:ln w="508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N" sz="1050"/>
          </a:p>
        </p:txBody>
      </p:sp>
      <p:sp>
        <p:nvSpPr>
          <p:cNvPr id="18" name="Shape 16"/>
          <p:cNvSpPr/>
          <p:nvPr/>
        </p:nvSpPr>
        <p:spPr>
          <a:xfrm>
            <a:off x="1613916" y="1495044"/>
            <a:ext cx="132588" cy="322326"/>
          </a:xfrm>
          <a:prstGeom prst="rect">
            <a:avLst/>
          </a:prstGeom>
          <a:solidFill>
            <a:srgbClr val="7DCE82"/>
          </a:solidFill>
          <a:ln w="508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N" sz="1050"/>
          </a:p>
        </p:txBody>
      </p:sp>
      <p:sp>
        <p:nvSpPr>
          <p:cNvPr id="19" name="Shape 17"/>
          <p:cNvSpPr/>
          <p:nvPr/>
        </p:nvSpPr>
        <p:spPr>
          <a:xfrm>
            <a:off x="1746504" y="1495044"/>
            <a:ext cx="132588" cy="322326"/>
          </a:xfrm>
          <a:prstGeom prst="rect">
            <a:avLst/>
          </a:prstGeom>
          <a:solidFill>
            <a:srgbClr val="64B5F6"/>
          </a:solidFill>
          <a:ln w="508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N" sz="1050"/>
          </a:p>
        </p:txBody>
      </p:sp>
      <p:sp>
        <p:nvSpPr>
          <p:cNvPr id="20" name="Text 18"/>
          <p:cNvSpPr/>
          <p:nvPr/>
        </p:nvSpPr>
        <p:spPr>
          <a:xfrm>
            <a:off x="1481328" y="1570482"/>
            <a:ext cx="39776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713" b="1" dirty="0">
                <a:solidFill>
                  <a:srgbClr val="FFFFFF"/>
                </a:solidFill>
              </a:rPr>
              <a:t>3</a:t>
            </a:r>
            <a:endParaRPr lang="en-US" sz="713" dirty="0"/>
          </a:p>
        </p:txBody>
      </p:sp>
      <p:sp>
        <p:nvSpPr>
          <p:cNvPr id="21" name="Shape 19"/>
          <p:cNvSpPr/>
          <p:nvPr/>
        </p:nvSpPr>
        <p:spPr>
          <a:xfrm>
            <a:off x="1879092" y="1495044"/>
            <a:ext cx="132588" cy="322326"/>
          </a:xfrm>
          <a:prstGeom prst="rect">
            <a:avLst/>
          </a:prstGeom>
          <a:solidFill>
            <a:srgbClr val="FF6B6B"/>
          </a:solidFill>
          <a:ln w="508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N" sz="1050"/>
          </a:p>
        </p:txBody>
      </p:sp>
      <p:sp>
        <p:nvSpPr>
          <p:cNvPr id="22" name="Shape 20"/>
          <p:cNvSpPr/>
          <p:nvPr/>
        </p:nvSpPr>
        <p:spPr>
          <a:xfrm>
            <a:off x="2011680" y="1495044"/>
            <a:ext cx="132588" cy="322326"/>
          </a:xfrm>
          <a:prstGeom prst="rect">
            <a:avLst/>
          </a:prstGeom>
          <a:solidFill>
            <a:srgbClr val="7DCE82"/>
          </a:solidFill>
          <a:ln w="508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N" sz="1050"/>
          </a:p>
        </p:txBody>
      </p:sp>
      <p:sp>
        <p:nvSpPr>
          <p:cNvPr id="23" name="Shape 21"/>
          <p:cNvSpPr/>
          <p:nvPr/>
        </p:nvSpPr>
        <p:spPr>
          <a:xfrm>
            <a:off x="2144268" y="1495044"/>
            <a:ext cx="132588" cy="322326"/>
          </a:xfrm>
          <a:prstGeom prst="rect">
            <a:avLst/>
          </a:prstGeom>
          <a:solidFill>
            <a:srgbClr val="64B5F6"/>
          </a:solidFill>
          <a:ln w="508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N" sz="1050"/>
          </a:p>
        </p:txBody>
      </p:sp>
      <p:sp>
        <p:nvSpPr>
          <p:cNvPr id="24" name="Text 22"/>
          <p:cNvSpPr/>
          <p:nvPr/>
        </p:nvSpPr>
        <p:spPr>
          <a:xfrm>
            <a:off x="1879092" y="1570482"/>
            <a:ext cx="39776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713" b="1" dirty="0">
                <a:solidFill>
                  <a:srgbClr val="FFFFFF"/>
                </a:solidFill>
              </a:rPr>
              <a:t>4</a:t>
            </a:r>
            <a:endParaRPr lang="en-US" sz="713" dirty="0"/>
          </a:p>
        </p:txBody>
      </p:sp>
      <p:sp>
        <p:nvSpPr>
          <p:cNvPr id="25" name="Shape 23"/>
          <p:cNvSpPr/>
          <p:nvPr/>
        </p:nvSpPr>
        <p:spPr>
          <a:xfrm>
            <a:off x="685800" y="1817370"/>
            <a:ext cx="132588" cy="322326"/>
          </a:xfrm>
          <a:prstGeom prst="rect">
            <a:avLst/>
          </a:prstGeom>
          <a:solidFill>
            <a:srgbClr val="FF6B6B"/>
          </a:solidFill>
          <a:ln w="508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N" sz="1050"/>
          </a:p>
        </p:txBody>
      </p:sp>
      <p:sp>
        <p:nvSpPr>
          <p:cNvPr id="26" name="Shape 24"/>
          <p:cNvSpPr/>
          <p:nvPr/>
        </p:nvSpPr>
        <p:spPr>
          <a:xfrm>
            <a:off x="818388" y="1817370"/>
            <a:ext cx="132588" cy="322326"/>
          </a:xfrm>
          <a:prstGeom prst="rect">
            <a:avLst/>
          </a:prstGeom>
          <a:solidFill>
            <a:srgbClr val="7DCE82"/>
          </a:solidFill>
          <a:ln w="508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N" sz="1050"/>
          </a:p>
        </p:txBody>
      </p:sp>
      <p:sp>
        <p:nvSpPr>
          <p:cNvPr id="27" name="Shape 25"/>
          <p:cNvSpPr/>
          <p:nvPr/>
        </p:nvSpPr>
        <p:spPr>
          <a:xfrm>
            <a:off x="950976" y="1817370"/>
            <a:ext cx="132588" cy="322326"/>
          </a:xfrm>
          <a:prstGeom prst="rect">
            <a:avLst/>
          </a:prstGeom>
          <a:solidFill>
            <a:srgbClr val="64B5F6"/>
          </a:solidFill>
          <a:ln w="508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N" sz="1050"/>
          </a:p>
        </p:txBody>
      </p:sp>
      <p:sp>
        <p:nvSpPr>
          <p:cNvPr id="28" name="Text 26"/>
          <p:cNvSpPr/>
          <p:nvPr/>
        </p:nvSpPr>
        <p:spPr>
          <a:xfrm>
            <a:off x="685800" y="1892808"/>
            <a:ext cx="39776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713" b="1" dirty="0">
                <a:solidFill>
                  <a:srgbClr val="FFFFFF"/>
                </a:solidFill>
              </a:rPr>
              <a:t>5</a:t>
            </a:r>
            <a:endParaRPr lang="en-US" sz="713" dirty="0"/>
          </a:p>
        </p:txBody>
      </p:sp>
      <p:sp>
        <p:nvSpPr>
          <p:cNvPr id="29" name="Shape 27"/>
          <p:cNvSpPr/>
          <p:nvPr/>
        </p:nvSpPr>
        <p:spPr>
          <a:xfrm>
            <a:off x="1083564" y="1817370"/>
            <a:ext cx="132588" cy="322326"/>
          </a:xfrm>
          <a:prstGeom prst="rect">
            <a:avLst/>
          </a:prstGeom>
          <a:solidFill>
            <a:srgbClr val="FF6B6B"/>
          </a:solidFill>
          <a:ln w="508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N" sz="1050"/>
          </a:p>
        </p:txBody>
      </p:sp>
      <p:sp>
        <p:nvSpPr>
          <p:cNvPr id="30" name="Shape 28"/>
          <p:cNvSpPr/>
          <p:nvPr/>
        </p:nvSpPr>
        <p:spPr>
          <a:xfrm>
            <a:off x="1216152" y="1817370"/>
            <a:ext cx="132588" cy="322326"/>
          </a:xfrm>
          <a:prstGeom prst="rect">
            <a:avLst/>
          </a:prstGeom>
          <a:solidFill>
            <a:srgbClr val="7DCE82"/>
          </a:solidFill>
          <a:ln w="508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N" sz="1050"/>
          </a:p>
        </p:txBody>
      </p:sp>
      <p:sp>
        <p:nvSpPr>
          <p:cNvPr id="31" name="Shape 29"/>
          <p:cNvSpPr/>
          <p:nvPr/>
        </p:nvSpPr>
        <p:spPr>
          <a:xfrm>
            <a:off x="1348740" y="1817370"/>
            <a:ext cx="132588" cy="322326"/>
          </a:xfrm>
          <a:prstGeom prst="rect">
            <a:avLst/>
          </a:prstGeom>
          <a:solidFill>
            <a:srgbClr val="64B5F6"/>
          </a:solidFill>
          <a:ln w="508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N" sz="1050"/>
          </a:p>
        </p:txBody>
      </p:sp>
      <p:sp>
        <p:nvSpPr>
          <p:cNvPr id="32" name="Text 30"/>
          <p:cNvSpPr/>
          <p:nvPr/>
        </p:nvSpPr>
        <p:spPr>
          <a:xfrm>
            <a:off x="1083564" y="1892808"/>
            <a:ext cx="39776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713" b="1" dirty="0">
                <a:solidFill>
                  <a:srgbClr val="FFFFFF"/>
                </a:solidFill>
              </a:rPr>
              <a:t>6</a:t>
            </a:r>
            <a:endParaRPr lang="en-US" sz="713" dirty="0"/>
          </a:p>
        </p:txBody>
      </p:sp>
      <p:sp>
        <p:nvSpPr>
          <p:cNvPr id="33" name="Shape 31"/>
          <p:cNvSpPr/>
          <p:nvPr/>
        </p:nvSpPr>
        <p:spPr>
          <a:xfrm>
            <a:off x="1481328" y="1817370"/>
            <a:ext cx="132588" cy="322326"/>
          </a:xfrm>
          <a:prstGeom prst="rect">
            <a:avLst/>
          </a:prstGeom>
          <a:solidFill>
            <a:srgbClr val="FF6B6B"/>
          </a:solidFill>
          <a:ln w="508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N" sz="1050"/>
          </a:p>
        </p:txBody>
      </p:sp>
      <p:sp>
        <p:nvSpPr>
          <p:cNvPr id="34" name="Shape 32"/>
          <p:cNvSpPr/>
          <p:nvPr/>
        </p:nvSpPr>
        <p:spPr>
          <a:xfrm>
            <a:off x="1613916" y="1817370"/>
            <a:ext cx="132588" cy="322326"/>
          </a:xfrm>
          <a:prstGeom prst="rect">
            <a:avLst/>
          </a:prstGeom>
          <a:solidFill>
            <a:srgbClr val="7DCE82"/>
          </a:solidFill>
          <a:ln w="508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N" sz="1050"/>
          </a:p>
        </p:txBody>
      </p:sp>
      <p:sp>
        <p:nvSpPr>
          <p:cNvPr id="35" name="Shape 33"/>
          <p:cNvSpPr/>
          <p:nvPr/>
        </p:nvSpPr>
        <p:spPr>
          <a:xfrm>
            <a:off x="1746504" y="1817370"/>
            <a:ext cx="132588" cy="322326"/>
          </a:xfrm>
          <a:prstGeom prst="rect">
            <a:avLst/>
          </a:prstGeom>
          <a:solidFill>
            <a:srgbClr val="64B5F6"/>
          </a:solidFill>
          <a:ln w="508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N" sz="1050"/>
          </a:p>
        </p:txBody>
      </p:sp>
      <p:sp>
        <p:nvSpPr>
          <p:cNvPr id="36" name="Text 34"/>
          <p:cNvSpPr/>
          <p:nvPr/>
        </p:nvSpPr>
        <p:spPr>
          <a:xfrm>
            <a:off x="1481328" y="1892808"/>
            <a:ext cx="39776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713" b="1" dirty="0">
                <a:solidFill>
                  <a:srgbClr val="FFFFFF"/>
                </a:solidFill>
              </a:rPr>
              <a:t>7</a:t>
            </a:r>
            <a:endParaRPr lang="en-US" sz="713" dirty="0"/>
          </a:p>
        </p:txBody>
      </p:sp>
      <p:sp>
        <p:nvSpPr>
          <p:cNvPr id="37" name="Shape 35"/>
          <p:cNvSpPr/>
          <p:nvPr/>
        </p:nvSpPr>
        <p:spPr>
          <a:xfrm>
            <a:off x="1879092" y="1817370"/>
            <a:ext cx="132588" cy="322326"/>
          </a:xfrm>
          <a:prstGeom prst="rect">
            <a:avLst/>
          </a:prstGeom>
          <a:solidFill>
            <a:srgbClr val="FF6B6B"/>
          </a:solidFill>
          <a:ln w="508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N" sz="1050"/>
          </a:p>
        </p:txBody>
      </p:sp>
      <p:sp>
        <p:nvSpPr>
          <p:cNvPr id="38" name="Shape 36"/>
          <p:cNvSpPr/>
          <p:nvPr/>
        </p:nvSpPr>
        <p:spPr>
          <a:xfrm>
            <a:off x="2011680" y="1817370"/>
            <a:ext cx="132588" cy="322326"/>
          </a:xfrm>
          <a:prstGeom prst="rect">
            <a:avLst/>
          </a:prstGeom>
          <a:solidFill>
            <a:srgbClr val="7DCE82"/>
          </a:solidFill>
          <a:ln w="508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N" sz="1050"/>
          </a:p>
        </p:txBody>
      </p:sp>
      <p:sp>
        <p:nvSpPr>
          <p:cNvPr id="39" name="Shape 37"/>
          <p:cNvSpPr/>
          <p:nvPr/>
        </p:nvSpPr>
        <p:spPr>
          <a:xfrm>
            <a:off x="2144268" y="1817370"/>
            <a:ext cx="132588" cy="322326"/>
          </a:xfrm>
          <a:prstGeom prst="rect">
            <a:avLst/>
          </a:prstGeom>
          <a:solidFill>
            <a:srgbClr val="64B5F6"/>
          </a:solidFill>
          <a:ln w="508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N" sz="1050"/>
          </a:p>
        </p:txBody>
      </p:sp>
      <p:sp>
        <p:nvSpPr>
          <p:cNvPr id="40" name="Text 38"/>
          <p:cNvSpPr/>
          <p:nvPr/>
        </p:nvSpPr>
        <p:spPr>
          <a:xfrm>
            <a:off x="1879092" y="1892808"/>
            <a:ext cx="39776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713" b="1" dirty="0">
                <a:solidFill>
                  <a:srgbClr val="FFFFFF"/>
                </a:solidFill>
              </a:rPr>
              <a:t>8</a:t>
            </a:r>
            <a:endParaRPr lang="en-US" sz="713" dirty="0"/>
          </a:p>
        </p:txBody>
      </p:sp>
      <p:sp>
        <p:nvSpPr>
          <p:cNvPr id="41" name="Shape 39"/>
          <p:cNvSpPr/>
          <p:nvPr/>
        </p:nvSpPr>
        <p:spPr>
          <a:xfrm>
            <a:off x="685800" y="2139696"/>
            <a:ext cx="132588" cy="322326"/>
          </a:xfrm>
          <a:prstGeom prst="rect">
            <a:avLst/>
          </a:prstGeom>
          <a:solidFill>
            <a:srgbClr val="FF6B6B"/>
          </a:solidFill>
          <a:ln w="508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N" sz="1050"/>
          </a:p>
        </p:txBody>
      </p:sp>
      <p:sp>
        <p:nvSpPr>
          <p:cNvPr id="42" name="Shape 40"/>
          <p:cNvSpPr/>
          <p:nvPr/>
        </p:nvSpPr>
        <p:spPr>
          <a:xfrm>
            <a:off x="818388" y="2139696"/>
            <a:ext cx="132588" cy="322326"/>
          </a:xfrm>
          <a:prstGeom prst="rect">
            <a:avLst/>
          </a:prstGeom>
          <a:solidFill>
            <a:srgbClr val="7DCE82"/>
          </a:solidFill>
          <a:ln w="508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N" sz="1050"/>
          </a:p>
        </p:txBody>
      </p:sp>
      <p:sp>
        <p:nvSpPr>
          <p:cNvPr id="43" name="Shape 41"/>
          <p:cNvSpPr/>
          <p:nvPr/>
        </p:nvSpPr>
        <p:spPr>
          <a:xfrm>
            <a:off x="950976" y="2139696"/>
            <a:ext cx="132588" cy="322326"/>
          </a:xfrm>
          <a:prstGeom prst="rect">
            <a:avLst/>
          </a:prstGeom>
          <a:solidFill>
            <a:srgbClr val="64B5F6"/>
          </a:solidFill>
          <a:ln w="508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N" sz="1050"/>
          </a:p>
        </p:txBody>
      </p:sp>
      <p:sp>
        <p:nvSpPr>
          <p:cNvPr id="44" name="Text 42"/>
          <p:cNvSpPr/>
          <p:nvPr/>
        </p:nvSpPr>
        <p:spPr>
          <a:xfrm>
            <a:off x="685800" y="2215134"/>
            <a:ext cx="39776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713" b="1" dirty="0">
                <a:solidFill>
                  <a:srgbClr val="FFFFFF"/>
                </a:solidFill>
              </a:rPr>
              <a:t>9</a:t>
            </a:r>
            <a:endParaRPr lang="en-US" sz="713" dirty="0"/>
          </a:p>
        </p:txBody>
      </p:sp>
      <p:sp>
        <p:nvSpPr>
          <p:cNvPr id="45" name="Shape 43"/>
          <p:cNvSpPr/>
          <p:nvPr/>
        </p:nvSpPr>
        <p:spPr>
          <a:xfrm>
            <a:off x="1083564" y="2139696"/>
            <a:ext cx="132588" cy="322326"/>
          </a:xfrm>
          <a:prstGeom prst="rect">
            <a:avLst/>
          </a:prstGeom>
          <a:solidFill>
            <a:srgbClr val="FF6B6B"/>
          </a:solidFill>
          <a:ln w="508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N" sz="1050"/>
          </a:p>
        </p:txBody>
      </p:sp>
      <p:sp>
        <p:nvSpPr>
          <p:cNvPr id="46" name="Shape 44"/>
          <p:cNvSpPr/>
          <p:nvPr/>
        </p:nvSpPr>
        <p:spPr>
          <a:xfrm>
            <a:off x="1216152" y="2139696"/>
            <a:ext cx="132588" cy="322326"/>
          </a:xfrm>
          <a:prstGeom prst="rect">
            <a:avLst/>
          </a:prstGeom>
          <a:solidFill>
            <a:srgbClr val="7DCE82"/>
          </a:solidFill>
          <a:ln w="508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N" sz="1050"/>
          </a:p>
        </p:txBody>
      </p:sp>
      <p:sp>
        <p:nvSpPr>
          <p:cNvPr id="47" name="Shape 45"/>
          <p:cNvSpPr/>
          <p:nvPr/>
        </p:nvSpPr>
        <p:spPr>
          <a:xfrm>
            <a:off x="1348740" y="2139696"/>
            <a:ext cx="132588" cy="322326"/>
          </a:xfrm>
          <a:prstGeom prst="rect">
            <a:avLst/>
          </a:prstGeom>
          <a:solidFill>
            <a:srgbClr val="64B5F6"/>
          </a:solidFill>
          <a:ln w="508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N" sz="1050"/>
          </a:p>
        </p:txBody>
      </p:sp>
      <p:sp>
        <p:nvSpPr>
          <p:cNvPr id="48" name="Text 46"/>
          <p:cNvSpPr/>
          <p:nvPr/>
        </p:nvSpPr>
        <p:spPr>
          <a:xfrm>
            <a:off x="1083564" y="2215134"/>
            <a:ext cx="39776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713" b="1" dirty="0">
                <a:solidFill>
                  <a:srgbClr val="FFFFFF"/>
                </a:solidFill>
              </a:rPr>
              <a:t>10</a:t>
            </a:r>
            <a:endParaRPr lang="en-US" sz="713" dirty="0"/>
          </a:p>
        </p:txBody>
      </p:sp>
      <p:sp>
        <p:nvSpPr>
          <p:cNvPr id="49" name="Shape 47"/>
          <p:cNvSpPr/>
          <p:nvPr/>
        </p:nvSpPr>
        <p:spPr>
          <a:xfrm>
            <a:off x="1481328" y="2139696"/>
            <a:ext cx="132588" cy="322326"/>
          </a:xfrm>
          <a:prstGeom prst="rect">
            <a:avLst/>
          </a:prstGeom>
          <a:solidFill>
            <a:srgbClr val="FF6B6B"/>
          </a:solidFill>
          <a:ln w="508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N" sz="1050"/>
          </a:p>
        </p:txBody>
      </p:sp>
      <p:sp>
        <p:nvSpPr>
          <p:cNvPr id="50" name="Shape 48"/>
          <p:cNvSpPr/>
          <p:nvPr/>
        </p:nvSpPr>
        <p:spPr>
          <a:xfrm>
            <a:off x="1613916" y="2139696"/>
            <a:ext cx="132588" cy="322326"/>
          </a:xfrm>
          <a:prstGeom prst="rect">
            <a:avLst/>
          </a:prstGeom>
          <a:solidFill>
            <a:srgbClr val="7DCE82"/>
          </a:solidFill>
          <a:ln w="508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N" sz="1050"/>
          </a:p>
        </p:txBody>
      </p:sp>
      <p:sp>
        <p:nvSpPr>
          <p:cNvPr id="51" name="Shape 49"/>
          <p:cNvSpPr/>
          <p:nvPr/>
        </p:nvSpPr>
        <p:spPr>
          <a:xfrm>
            <a:off x="1746504" y="2139696"/>
            <a:ext cx="132588" cy="322326"/>
          </a:xfrm>
          <a:prstGeom prst="rect">
            <a:avLst/>
          </a:prstGeom>
          <a:solidFill>
            <a:srgbClr val="64B5F6"/>
          </a:solidFill>
          <a:ln w="508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N" sz="1050"/>
          </a:p>
        </p:txBody>
      </p:sp>
      <p:sp>
        <p:nvSpPr>
          <p:cNvPr id="52" name="Text 50"/>
          <p:cNvSpPr/>
          <p:nvPr/>
        </p:nvSpPr>
        <p:spPr>
          <a:xfrm>
            <a:off x="1481328" y="2215134"/>
            <a:ext cx="39776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713" b="1" dirty="0">
                <a:solidFill>
                  <a:srgbClr val="FFFFFF"/>
                </a:solidFill>
              </a:rPr>
              <a:t>11</a:t>
            </a:r>
            <a:endParaRPr lang="en-US" sz="713" dirty="0"/>
          </a:p>
        </p:txBody>
      </p:sp>
      <p:sp>
        <p:nvSpPr>
          <p:cNvPr id="53" name="Shape 51"/>
          <p:cNvSpPr/>
          <p:nvPr/>
        </p:nvSpPr>
        <p:spPr>
          <a:xfrm>
            <a:off x="1879092" y="2139696"/>
            <a:ext cx="132588" cy="322326"/>
          </a:xfrm>
          <a:prstGeom prst="rect">
            <a:avLst/>
          </a:prstGeom>
          <a:solidFill>
            <a:srgbClr val="FF6B6B"/>
          </a:solidFill>
          <a:ln w="508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N" sz="1050"/>
          </a:p>
        </p:txBody>
      </p:sp>
      <p:sp>
        <p:nvSpPr>
          <p:cNvPr id="54" name="Shape 52"/>
          <p:cNvSpPr/>
          <p:nvPr/>
        </p:nvSpPr>
        <p:spPr>
          <a:xfrm>
            <a:off x="2011680" y="2139696"/>
            <a:ext cx="132588" cy="322326"/>
          </a:xfrm>
          <a:prstGeom prst="rect">
            <a:avLst/>
          </a:prstGeom>
          <a:solidFill>
            <a:srgbClr val="7DCE82"/>
          </a:solidFill>
          <a:ln w="508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N" sz="1050"/>
          </a:p>
        </p:txBody>
      </p:sp>
      <p:sp>
        <p:nvSpPr>
          <p:cNvPr id="55" name="Shape 53"/>
          <p:cNvSpPr/>
          <p:nvPr/>
        </p:nvSpPr>
        <p:spPr>
          <a:xfrm>
            <a:off x="2144268" y="2139696"/>
            <a:ext cx="132588" cy="322326"/>
          </a:xfrm>
          <a:prstGeom prst="rect">
            <a:avLst/>
          </a:prstGeom>
          <a:solidFill>
            <a:srgbClr val="64B5F6"/>
          </a:solidFill>
          <a:ln w="508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N" sz="1050"/>
          </a:p>
        </p:txBody>
      </p:sp>
      <p:sp>
        <p:nvSpPr>
          <p:cNvPr id="56" name="Text 54"/>
          <p:cNvSpPr/>
          <p:nvPr/>
        </p:nvSpPr>
        <p:spPr>
          <a:xfrm>
            <a:off x="1879092" y="2215134"/>
            <a:ext cx="39776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713" b="1" dirty="0">
                <a:solidFill>
                  <a:srgbClr val="FFFFFF"/>
                </a:solidFill>
              </a:rPr>
              <a:t>12</a:t>
            </a:r>
            <a:endParaRPr lang="en-US" sz="713" dirty="0"/>
          </a:p>
        </p:txBody>
      </p:sp>
      <p:sp>
        <p:nvSpPr>
          <p:cNvPr id="57" name="Shape 55"/>
          <p:cNvSpPr/>
          <p:nvPr/>
        </p:nvSpPr>
        <p:spPr>
          <a:xfrm>
            <a:off x="637794" y="1447038"/>
            <a:ext cx="1687068" cy="1062990"/>
          </a:xfrm>
          <a:prstGeom prst="roundRect">
            <a:avLst>
              <a:gd name="adj" fmla="val 3226"/>
            </a:avLst>
          </a:prstGeom>
          <a:solidFill>
            <a:srgbClr val="FFFFFF">
              <a:alpha val="0"/>
            </a:srgbClr>
          </a:solidFill>
          <a:ln w="13970">
            <a:solidFill>
              <a:srgbClr val="A8B3C2"/>
            </a:solidFill>
            <a:prstDash val="solid"/>
          </a:ln>
        </p:spPr>
        <p:txBody>
          <a:bodyPr/>
          <a:lstStyle/>
          <a:p>
            <a:endParaRPr lang="en-IN" sz="1050"/>
          </a:p>
        </p:txBody>
      </p:sp>
      <p:sp>
        <p:nvSpPr>
          <p:cNvPr id="58" name="Shape 56"/>
          <p:cNvSpPr/>
          <p:nvPr/>
        </p:nvSpPr>
        <p:spPr>
          <a:xfrm>
            <a:off x="363474" y="1865376"/>
            <a:ext cx="178308" cy="192024"/>
          </a:xfrm>
          <a:prstGeom prst="roundRect">
            <a:avLst>
              <a:gd name="adj" fmla="val 19231"/>
            </a:avLst>
          </a:prstGeom>
          <a:solidFill>
            <a:srgbClr val="DDEEFE"/>
          </a:solidFill>
          <a:ln w="12700">
            <a:solidFill>
              <a:srgbClr val="B7D4F5"/>
            </a:solidFill>
            <a:prstDash val="solid"/>
          </a:ln>
        </p:spPr>
        <p:txBody>
          <a:bodyPr/>
          <a:lstStyle/>
          <a:p>
            <a:endParaRPr lang="en-IN" sz="1050"/>
          </a:p>
        </p:txBody>
      </p:sp>
      <p:sp>
        <p:nvSpPr>
          <p:cNvPr id="59" name="Text 57"/>
          <p:cNvSpPr/>
          <p:nvPr/>
        </p:nvSpPr>
        <p:spPr>
          <a:xfrm>
            <a:off x="363474" y="1885950"/>
            <a:ext cx="178308" cy="1234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788" b="1" dirty="0">
                <a:solidFill>
                  <a:srgbClr val="173F7A"/>
                </a:solidFill>
              </a:rPr>
              <a:t>H</a:t>
            </a:r>
            <a:endParaRPr lang="en-US" sz="788" dirty="0"/>
          </a:p>
        </p:txBody>
      </p:sp>
      <p:sp>
        <p:nvSpPr>
          <p:cNvPr id="60" name="Shape 58"/>
          <p:cNvSpPr/>
          <p:nvPr/>
        </p:nvSpPr>
        <p:spPr>
          <a:xfrm>
            <a:off x="1234440" y="2571750"/>
            <a:ext cx="178308" cy="192024"/>
          </a:xfrm>
          <a:prstGeom prst="roundRect">
            <a:avLst>
              <a:gd name="adj" fmla="val 19231"/>
            </a:avLst>
          </a:prstGeom>
          <a:solidFill>
            <a:srgbClr val="DDEEFE"/>
          </a:solidFill>
          <a:ln w="12700">
            <a:solidFill>
              <a:srgbClr val="B7D4F5"/>
            </a:solidFill>
            <a:prstDash val="solid"/>
          </a:ln>
        </p:spPr>
        <p:txBody>
          <a:bodyPr/>
          <a:lstStyle/>
          <a:p>
            <a:endParaRPr lang="en-IN" sz="1050"/>
          </a:p>
        </p:txBody>
      </p:sp>
      <p:sp>
        <p:nvSpPr>
          <p:cNvPr id="61" name="Text 59"/>
          <p:cNvSpPr/>
          <p:nvPr/>
        </p:nvSpPr>
        <p:spPr>
          <a:xfrm>
            <a:off x="1234440" y="2592324"/>
            <a:ext cx="178308" cy="1234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788" b="1" dirty="0">
                <a:solidFill>
                  <a:srgbClr val="173F7A"/>
                </a:solidFill>
              </a:rPr>
              <a:t>W</a:t>
            </a:r>
            <a:endParaRPr lang="en-US" sz="788" dirty="0"/>
          </a:p>
        </p:txBody>
      </p:sp>
      <p:sp>
        <p:nvSpPr>
          <p:cNvPr id="62" name="Shape 60"/>
          <p:cNvSpPr/>
          <p:nvPr/>
        </p:nvSpPr>
        <p:spPr>
          <a:xfrm>
            <a:off x="2125980" y="1220724"/>
            <a:ext cx="178308" cy="192024"/>
          </a:xfrm>
          <a:prstGeom prst="roundRect">
            <a:avLst>
              <a:gd name="adj" fmla="val 19231"/>
            </a:avLst>
          </a:prstGeom>
          <a:solidFill>
            <a:srgbClr val="DDEEFE"/>
          </a:solidFill>
          <a:ln w="12700">
            <a:solidFill>
              <a:srgbClr val="B7D4F5"/>
            </a:solidFill>
            <a:prstDash val="solid"/>
          </a:ln>
        </p:spPr>
        <p:txBody>
          <a:bodyPr/>
          <a:lstStyle/>
          <a:p>
            <a:endParaRPr lang="en-IN" sz="1050"/>
          </a:p>
        </p:txBody>
      </p:sp>
      <p:sp>
        <p:nvSpPr>
          <p:cNvPr id="63" name="Text 61"/>
          <p:cNvSpPr/>
          <p:nvPr/>
        </p:nvSpPr>
        <p:spPr>
          <a:xfrm>
            <a:off x="2125980" y="1241298"/>
            <a:ext cx="178308" cy="1234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788" b="1" dirty="0">
                <a:solidFill>
                  <a:srgbClr val="173F7A"/>
                </a:solidFill>
              </a:rPr>
              <a:t>C</a:t>
            </a:r>
            <a:endParaRPr lang="en-US" sz="788" dirty="0"/>
          </a:p>
        </p:txBody>
      </p:sp>
      <p:sp>
        <p:nvSpPr>
          <p:cNvPr id="64" name="Shape 62"/>
          <p:cNvSpPr/>
          <p:nvPr/>
        </p:nvSpPr>
        <p:spPr>
          <a:xfrm>
            <a:off x="534924" y="2880360"/>
            <a:ext cx="2023110" cy="493776"/>
          </a:xfrm>
          <a:prstGeom prst="roundRect">
            <a:avLst>
              <a:gd name="adj" fmla="val 9722"/>
            </a:avLst>
          </a:prstGeom>
          <a:solidFill>
            <a:srgbClr val="F5F7FA"/>
          </a:solidFill>
          <a:ln w="12700">
            <a:solidFill>
              <a:srgbClr val="E3E8EF"/>
            </a:solidFill>
            <a:prstDash val="solid"/>
          </a:ln>
        </p:spPr>
        <p:txBody>
          <a:bodyPr/>
          <a:lstStyle/>
          <a:p>
            <a:endParaRPr lang="en-IN" sz="1050"/>
          </a:p>
        </p:txBody>
      </p:sp>
      <p:sp>
        <p:nvSpPr>
          <p:cNvPr id="65" name="Text 63"/>
          <p:cNvSpPr/>
          <p:nvPr/>
        </p:nvSpPr>
        <p:spPr>
          <a:xfrm>
            <a:off x="617220" y="2935224"/>
            <a:ext cx="185851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38" dirty="0">
                <a:solidFill>
                  <a:srgbClr val="1E2430"/>
                </a:solidFill>
              </a:rPr>
              <a:t>Each spatial location stores</a:t>
            </a:r>
            <a:endParaRPr lang="en-US" sz="938" dirty="0"/>
          </a:p>
          <a:p>
            <a:r>
              <a:rPr lang="en-US" sz="938" dirty="0">
                <a:solidFill>
                  <a:srgbClr val="1E2430"/>
                </a:solidFill>
              </a:rPr>
              <a:t>3 channel values in the last axis.</a:t>
            </a:r>
            <a:endParaRPr lang="en-US" sz="938" dirty="0"/>
          </a:p>
        </p:txBody>
      </p:sp>
      <p:sp>
        <p:nvSpPr>
          <p:cNvPr id="66" name="Shape 64"/>
          <p:cNvSpPr/>
          <p:nvPr/>
        </p:nvSpPr>
        <p:spPr>
          <a:xfrm>
            <a:off x="994410" y="3429000"/>
            <a:ext cx="617220" cy="192024"/>
          </a:xfrm>
          <a:prstGeom prst="roundRect">
            <a:avLst>
              <a:gd name="adj" fmla="val 17857"/>
            </a:avLst>
          </a:prstGeom>
          <a:solidFill>
            <a:srgbClr val="DDEEFE"/>
          </a:solidFill>
          <a:ln w="12700">
            <a:solidFill>
              <a:srgbClr val="B7D4F5"/>
            </a:solidFill>
            <a:prstDash val="solid"/>
          </a:ln>
        </p:spPr>
        <p:txBody>
          <a:bodyPr/>
          <a:lstStyle/>
          <a:p>
            <a:endParaRPr lang="en-IN" sz="1050"/>
          </a:p>
        </p:txBody>
      </p:sp>
      <p:sp>
        <p:nvSpPr>
          <p:cNvPr id="67" name="Text 65"/>
          <p:cNvSpPr/>
          <p:nvPr/>
        </p:nvSpPr>
        <p:spPr>
          <a:xfrm>
            <a:off x="994410" y="3449574"/>
            <a:ext cx="617220" cy="1234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788" b="1" dirty="0">
                <a:solidFill>
                  <a:srgbClr val="173F7A"/>
                </a:solidFill>
              </a:rPr>
              <a:t>(H,W,C)</a:t>
            </a:r>
            <a:endParaRPr lang="en-US" sz="788" dirty="0"/>
          </a:p>
        </p:txBody>
      </p:sp>
      <p:sp>
        <p:nvSpPr>
          <p:cNvPr id="68" name="Shape 66"/>
          <p:cNvSpPr/>
          <p:nvPr/>
        </p:nvSpPr>
        <p:spPr>
          <a:xfrm>
            <a:off x="2846070" y="2091690"/>
            <a:ext cx="1268730" cy="0"/>
          </a:xfrm>
          <a:prstGeom prst="line">
            <a:avLst/>
          </a:prstGeom>
          <a:noFill/>
          <a:ln w="24130">
            <a:solidFill>
              <a:srgbClr val="173F7A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IN" sz="1050"/>
          </a:p>
        </p:txBody>
      </p:sp>
      <p:sp>
        <p:nvSpPr>
          <p:cNvPr id="69" name="Text 67"/>
          <p:cNvSpPr/>
          <p:nvPr/>
        </p:nvSpPr>
        <p:spPr>
          <a:xfrm>
            <a:off x="2880360" y="1748790"/>
            <a:ext cx="1303020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013" b="1" dirty="0">
                <a:solidFill>
                  <a:srgbClr val="173F7A"/>
                </a:solidFill>
              </a:rPr>
              <a:t>move axis 2 to the front</a:t>
            </a:r>
            <a:endParaRPr lang="en-US" sz="1013" dirty="0"/>
          </a:p>
        </p:txBody>
      </p:sp>
      <p:sp>
        <p:nvSpPr>
          <p:cNvPr id="70" name="Text 68"/>
          <p:cNvSpPr/>
          <p:nvPr/>
        </p:nvSpPr>
        <p:spPr>
          <a:xfrm>
            <a:off x="2846070" y="2304288"/>
            <a:ext cx="1371600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840" dirty="0">
                <a:solidFill>
                  <a:srgbClr val="7D8798"/>
                </a:solidFill>
              </a:rPr>
              <a:t>new dim order = (old 2, old 0, old 1)</a:t>
            </a:r>
            <a:endParaRPr lang="en-US" sz="840" dirty="0"/>
          </a:p>
        </p:txBody>
      </p:sp>
      <p:sp>
        <p:nvSpPr>
          <p:cNvPr id="71" name="Text 69"/>
          <p:cNvSpPr/>
          <p:nvPr/>
        </p:nvSpPr>
        <p:spPr>
          <a:xfrm>
            <a:off x="4471416" y="1275588"/>
            <a:ext cx="1714500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38" dirty="0">
                <a:solidFill>
                  <a:srgbClr val="7D8798"/>
                </a:solidFill>
              </a:rPr>
              <a:t>after: channel-first tensor</a:t>
            </a:r>
            <a:endParaRPr lang="en-US" sz="938" dirty="0"/>
          </a:p>
        </p:txBody>
      </p:sp>
      <p:sp>
        <p:nvSpPr>
          <p:cNvPr id="72" name="Shape 70"/>
          <p:cNvSpPr/>
          <p:nvPr/>
        </p:nvSpPr>
        <p:spPr>
          <a:xfrm>
            <a:off x="4608576" y="1495044"/>
            <a:ext cx="240030" cy="185166"/>
          </a:xfrm>
          <a:prstGeom prst="rect">
            <a:avLst/>
          </a:prstGeom>
          <a:solidFill>
            <a:srgbClr val="FF6B6B"/>
          </a:solidFill>
          <a:ln w="10160">
            <a:solidFill>
              <a:srgbClr val="A8B3C2"/>
            </a:solidFill>
            <a:prstDash val="solid"/>
          </a:ln>
        </p:spPr>
        <p:txBody>
          <a:bodyPr/>
          <a:lstStyle/>
          <a:p>
            <a:endParaRPr lang="en-IN" sz="1050"/>
          </a:p>
        </p:txBody>
      </p:sp>
      <p:sp>
        <p:nvSpPr>
          <p:cNvPr id="73" name="Text 71"/>
          <p:cNvSpPr/>
          <p:nvPr/>
        </p:nvSpPr>
        <p:spPr>
          <a:xfrm>
            <a:off x="4608576" y="1517264"/>
            <a:ext cx="240030" cy="1259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690" dirty="0">
                <a:solidFill>
                  <a:srgbClr val="FFFFFF"/>
                </a:solidFill>
              </a:rPr>
              <a:t>1</a:t>
            </a:r>
            <a:endParaRPr lang="en-US" sz="690" dirty="0"/>
          </a:p>
        </p:txBody>
      </p:sp>
      <p:sp>
        <p:nvSpPr>
          <p:cNvPr id="74" name="Shape 72"/>
          <p:cNvSpPr/>
          <p:nvPr/>
        </p:nvSpPr>
        <p:spPr>
          <a:xfrm>
            <a:off x="4848606" y="1495044"/>
            <a:ext cx="240030" cy="185166"/>
          </a:xfrm>
          <a:prstGeom prst="rect">
            <a:avLst/>
          </a:prstGeom>
          <a:solidFill>
            <a:srgbClr val="FF6B6B"/>
          </a:solidFill>
          <a:ln w="10160">
            <a:solidFill>
              <a:srgbClr val="A8B3C2"/>
            </a:solidFill>
            <a:prstDash val="solid"/>
          </a:ln>
        </p:spPr>
        <p:txBody>
          <a:bodyPr/>
          <a:lstStyle/>
          <a:p>
            <a:endParaRPr lang="en-IN" sz="1050"/>
          </a:p>
        </p:txBody>
      </p:sp>
      <p:sp>
        <p:nvSpPr>
          <p:cNvPr id="75" name="Text 73"/>
          <p:cNvSpPr/>
          <p:nvPr/>
        </p:nvSpPr>
        <p:spPr>
          <a:xfrm>
            <a:off x="4848606" y="1517264"/>
            <a:ext cx="240030" cy="1259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690" dirty="0">
                <a:solidFill>
                  <a:srgbClr val="FFFFFF"/>
                </a:solidFill>
              </a:rPr>
              <a:t>2</a:t>
            </a:r>
            <a:endParaRPr lang="en-US" sz="690" dirty="0"/>
          </a:p>
        </p:txBody>
      </p:sp>
      <p:sp>
        <p:nvSpPr>
          <p:cNvPr id="76" name="Shape 74"/>
          <p:cNvSpPr/>
          <p:nvPr/>
        </p:nvSpPr>
        <p:spPr>
          <a:xfrm>
            <a:off x="5088636" y="1495044"/>
            <a:ext cx="240030" cy="185166"/>
          </a:xfrm>
          <a:prstGeom prst="rect">
            <a:avLst/>
          </a:prstGeom>
          <a:solidFill>
            <a:srgbClr val="FF6B6B"/>
          </a:solidFill>
          <a:ln w="10160">
            <a:solidFill>
              <a:srgbClr val="A8B3C2"/>
            </a:solidFill>
            <a:prstDash val="solid"/>
          </a:ln>
        </p:spPr>
        <p:txBody>
          <a:bodyPr/>
          <a:lstStyle/>
          <a:p>
            <a:endParaRPr lang="en-IN" sz="1050"/>
          </a:p>
        </p:txBody>
      </p:sp>
      <p:sp>
        <p:nvSpPr>
          <p:cNvPr id="77" name="Text 75"/>
          <p:cNvSpPr/>
          <p:nvPr/>
        </p:nvSpPr>
        <p:spPr>
          <a:xfrm>
            <a:off x="5088636" y="1517264"/>
            <a:ext cx="240030" cy="1259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690" dirty="0">
                <a:solidFill>
                  <a:srgbClr val="FFFFFF"/>
                </a:solidFill>
              </a:rPr>
              <a:t>3</a:t>
            </a:r>
            <a:endParaRPr lang="en-US" sz="690" dirty="0"/>
          </a:p>
        </p:txBody>
      </p:sp>
      <p:sp>
        <p:nvSpPr>
          <p:cNvPr id="78" name="Shape 76"/>
          <p:cNvSpPr/>
          <p:nvPr/>
        </p:nvSpPr>
        <p:spPr>
          <a:xfrm>
            <a:off x="5328666" y="1495044"/>
            <a:ext cx="240030" cy="185166"/>
          </a:xfrm>
          <a:prstGeom prst="rect">
            <a:avLst/>
          </a:prstGeom>
          <a:solidFill>
            <a:srgbClr val="FF6B6B"/>
          </a:solidFill>
          <a:ln w="10160">
            <a:solidFill>
              <a:srgbClr val="A8B3C2"/>
            </a:solidFill>
            <a:prstDash val="solid"/>
          </a:ln>
        </p:spPr>
        <p:txBody>
          <a:bodyPr/>
          <a:lstStyle/>
          <a:p>
            <a:endParaRPr lang="en-IN" sz="1050"/>
          </a:p>
        </p:txBody>
      </p:sp>
      <p:sp>
        <p:nvSpPr>
          <p:cNvPr id="79" name="Text 77"/>
          <p:cNvSpPr/>
          <p:nvPr/>
        </p:nvSpPr>
        <p:spPr>
          <a:xfrm>
            <a:off x="5328666" y="1517264"/>
            <a:ext cx="240030" cy="1259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690" dirty="0">
                <a:solidFill>
                  <a:srgbClr val="FFFFFF"/>
                </a:solidFill>
              </a:rPr>
              <a:t>4</a:t>
            </a:r>
            <a:endParaRPr lang="en-US" sz="690" dirty="0"/>
          </a:p>
        </p:txBody>
      </p:sp>
      <p:sp>
        <p:nvSpPr>
          <p:cNvPr id="80" name="Shape 78"/>
          <p:cNvSpPr/>
          <p:nvPr/>
        </p:nvSpPr>
        <p:spPr>
          <a:xfrm>
            <a:off x="4608576" y="1680210"/>
            <a:ext cx="240030" cy="185166"/>
          </a:xfrm>
          <a:prstGeom prst="rect">
            <a:avLst/>
          </a:prstGeom>
          <a:solidFill>
            <a:srgbClr val="FF6B6B"/>
          </a:solidFill>
          <a:ln w="10160">
            <a:solidFill>
              <a:srgbClr val="A8B3C2"/>
            </a:solidFill>
            <a:prstDash val="solid"/>
          </a:ln>
        </p:spPr>
        <p:txBody>
          <a:bodyPr/>
          <a:lstStyle/>
          <a:p>
            <a:endParaRPr lang="en-IN" sz="1050"/>
          </a:p>
        </p:txBody>
      </p:sp>
      <p:sp>
        <p:nvSpPr>
          <p:cNvPr id="81" name="Text 79"/>
          <p:cNvSpPr/>
          <p:nvPr/>
        </p:nvSpPr>
        <p:spPr>
          <a:xfrm>
            <a:off x="4608576" y="1702430"/>
            <a:ext cx="240030" cy="1259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690" dirty="0">
                <a:solidFill>
                  <a:srgbClr val="FFFFFF"/>
                </a:solidFill>
              </a:rPr>
              <a:t>5</a:t>
            </a:r>
            <a:endParaRPr lang="en-US" sz="690" dirty="0"/>
          </a:p>
        </p:txBody>
      </p:sp>
      <p:sp>
        <p:nvSpPr>
          <p:cNvPr id="82" name="Shape 80"/>
          <p:cNvSpPr/>
          <p:nvPr/>
        </p:nvSpPr>
        <p:spPr>
          <a:xfrm>
            <a:off x="4848606" y="1680210"/>
            <a:ext cx="240030" cy="185166"/>
          </a:xfrm>
          <a:prstGeom prst="rect">
            <a:avLst/>
          </a:prstGeom>
          <a:solidFill>
            <a:srgbClr val="FF6B6B"/>
          </a:solidFill>
          <a:ln w="10160">
            <a:solidFill>
              <a:srgbClr val="A8B3C2"/>
            </a:solidFill>
            <a:prstDash val="solid"/>
          </a:ln>
        </p:spPr>
        <p:txBody>
          <a:bodyPr/>
          <a:lstStyle/>
          <a:p>
            <a:endParaRPr lang="en-IN" sz="1050"/>
          </a:p>
        </p:txBody>
      </p:sp>
      <p:sp>
        <p:nvSpPr>
          <p:cNvPr id="83" name="Text 81"/>
          <p:cNvSpPr/>
          <p:nvPr/>
        </p:nvSpPr>
        <p:spPr>
          <a:xfrm>
            <a:off x="4848606" y="1702430"/>
            <a:ext cx="240030" cy="1259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690" dirty="0">
                <a:solidFill>
                  <a:srgbClr val="FFFFFF"/>
                </a:solidFill>
              </a:rPr>
              <a:t>6</a:t>
            </a:r>
            <a:endParaRPr lang="en-US" sz="690" dirty="0"/>
          </a:p>
        </p:txBody>
      </p:sp>
      <p:sp>
        <p:nvSpPr>
          <p:cNvPr id="84" name="Shape 82"/>
          <p:cNvSpPr/>
          <p:nvPr/>
        </p:nvSpPr>
        <p:spPr>
          <a:xfrm>
            <a:off x="5088636" y="1680210"/>
            <a:ext cx="240030" cy="185166"/>
          </a:xfrm>
          <a:prstGeom prst="rect">
            <a:avLst/>
          </a:prstGeom>
          <a:solidFill>
            <a:srgbClr val="FF6B6B"/>
          </a:solidFill>
          <a:ln w="10160">
            <a:solidFill>
              <a:srgbClr val="A8B3C2"/>
            </a:solidFill>
            <a:prstDash val="solid"/>
          </a:ln>
        </p:spPr>
        <p:txBody>
          <a:bodyPr/>
          <a:lstStyle/>
          <a:p>
            <a:endParaRPr lang="en-IN" sz="1050"/>
          </a:p>
        </p:txBody>
      </p:sp>
      <p:sp>
        <p:nvSpPr>
          <p:cNvPr id="85" name="Text 83"/>
          <p:cNvSpPr/>
          <p:nvPr/>
        </p:nvSpPr>
        <p:spPr>
          <a:xfrm>
            <a:off x="5088636" y="1702430"/>
            <a:ext cx="240030" cy="1259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690" dirty="0">
                <a:solidFill>
                  <a:srgbClr val="FFFFFF"/>
                </a:solidFill>
              </a:rPr>
              <a:t>7</a:t>
            </a:r>
            <a:endParaRPr lang="en-US" sz="690" dirty="0"/>
          </a:p>
        </p:txBody>
      </p:sp>
      <p:sp>
        <p:nvSpPr>
          <p:cNvPr id="86" name="Shape 84"/>
          <p:cNvSpPr/>
          <p:nvPr/>
        </p:nvSpPr>
        <p:spPr>
          <a:xfrm>
            <a:off x="5328666" y="1680210"/>
            <a:ext cx="240030" cy="185166"/>
          </a:xfrm>
          <a:prstGeom prst="rect">
            <a:avLst/>
          </a:prstGeom>
          <a:solidFill>
            <a:srgbClr val="FF6B6B"/>
          </a:solidFill>
          <a:ln w="10160">
            <a:solidFill>
              <a:srgbClr val="A8B3C2"/>
            </a:solidFill>
            <a:prstDash val="solid"/>
          </a:ln>
        </p:spPr>
        <p:txBody>
          <a:bodyPr/>
          <a:lstStyle/>
          <a:p>
            <a:endParaRPr lang="en-IN" sz="1050"/>
          </a:p>
        </p:txBody>
      </p:sp>
      <p:sp>
        <p:nvSpPr>
          <p:cNvPr id="87" name="Text 85"/>
          <p:cNvSpPr/>
          <p:nvPr/>
        </p:nvSpPr>
        <p:spPr>
          <a:xfrm>
            <a:off x="5328666" y="1702430"/>
            <a:ext cx="240030" cy="1259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690" dirty="0">
                <a:solidFill>
                  <a:srgbClr val="FFFFFF"/>
                </a:solidFill>
              </a:rPr>
              <a:t>8</a:t>
            </a:r>
            <a:endParaRPr lang="en-US" sz="690" dirty="0"/>
          </a:p>
        </p:txBody>
      </p:sp>
      <p:sp>
        <p:nvSpPr>
          <p:cNvPr id="88" name="Shape 86"/>
          <p:cNvSpPr/>
          <p:nvPr/>
        </p:nvSpPr>
        <p:spPr>
          <a:xfrm>
            <a:off x="4608576" y="1865376"/>
            <a:ext cx="240030" cy="185166"/>
          </a:xfrm>
          <a:prstGeom prst="rect">
            <a:avLst/>
          </a:prstGeom>
          <a:solidFill>
            <a:srgbClr val="FF6B6B"/>
          </a:solidFill>
          <a:ln w="10160">
            <a:solidFill>
              <a:srgbClr val="A8B3C2"/>
            </a:solidFill>
            <a:prstDash val="solid"/>
          </a:ln>
        </p:spPr>
        <p:txBody>
          <a:bodyPr/>
          <a:lstStyle/>
          <a:p>
            <a:endParaRPr lang="en-IN" sz="1050"/>
          </a:p>
        </p:txBody>
      </p:sp>
      <p:sp>
        <p:nvSpPr>
          <p:cNvPr id="89" name="Text 87"/>
          <p:cNvSpPr/>
          <p:nvPr/>
        </p:nvSpPr>
        <p:spPr>
          <a:xfrm>
            <a:off x="4608576" y="1887596"/>
            <a:ext cx="240030" cy="1259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690" dirty="0">
                <a:solidFill>
                  <a:srgbClr val="FFFFFF"/>
                </a:solidFill>
              </a:rPr>
              <a:t>9</a:t>
            </a:r>
            <a:endParaRPr lang="en-US" sz="690" dirty="0"/>
          </a:p>
        </p:txBody>
      </p:sp>
      <p:sp>
        <p:nvSpPr>
          <p:cNvPr id="90" name="Shape 88"/>
          <p:cNvSpPr/>
          <p:nvPr/>
        </p:nvSpPr>
        <p:spPr>
          <a:xfrm>
            <a:off x="4848606" y="1865376"/>
            <a:ext cx="240030" cy="185166"/>
          </a:xfrm>
          <a:prstGeom prst="rect">
            <a:avLst/>
          </a:prstGeom>
          <a:solidFill>
            <a:srgbClr val="FF6B6B"/>
          </a:solidFill>
          <a:ln w="10160">
            <a:solidFill>
              <a:srgbClr val="A8B3C2"/>
            </a:solidFill>
            <a:prstDash val="solid"/>
          </a:ln>
        </p:spPr>
        <p:txBody>
          <a:bodyPr/>
          <a:lstStyle/>
          <a:p>
            <a:endParaRPr lang="en-IN" sz="1050"/>
          </a:p>
        </p:txBody>
      </p:sp>
      <p:sp>
        <p:nvSpPr>
          <p:cNvPr id="91" name="Text 89"/>
          <p:cNvSpPr/>
          <p:nvPr/>
        </p:nvSpPr>
        <p:spPr>
          <a:xfrm>
            <a:off x="4848606" y="1887596"/>
            <a:ext cx="240030" cy="1259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690" dirty="0">
                <a:solidFill>
                  <a:srgbClr val="FFFFFF"/>
                </a:solidFill>
              </a:rPr>
              <a:t>10</a:t>
            </a:r>
            <a:endParaRPr lang="en-US" sz="690" dirty="0"/>
          </a:p>
        </p:txBody>
      </p:sp>
      <p:sp>
        <p:nvSpPr>
          <p:cNvPr id="92" name="Shape 90"/>
          <p:cNvSpPr/>
          <p:nvPr/>
        </p:nvSpPr>
        <p:spPr>
          <a:xfrm>
            <a:off x="5088636" y="1865376"/>
            <a:ext cx="240030" cy="185166"/>
          </a:xfrm>
          <a:prstGeom prst="rect">
            <a:avLst/>
          </a:prstGeom>
          <a:solidFill>
            <a:srgbClr val="FF6B6B"/>
          </a:solidFill>
          <a:ln w="10160">
            <a:solidFill>
              <a:srgbClr val="A8B3C2"/>
            </a:solidFill>
            <a:prstDash val="solid"/>
          </a:ln>
        </p:spPr>
        <p:txBody>
          <a:bodyPr/>
          <a:lstStyle/>
          <a:p>
            <a:endParaRPr lang="en-IN" sz="1050"/>
          </a:p>
        </p:txBody>
      </p:sp>
      <p:sp>
        <p:nvSpPr>
          <p:cNvPr id="93" name="Text 91"/>
          <p:cNvSpPr/>
          <p:nvPr/>
        </p:nvSpPr>
        <p:spPr>
          <a:xfrm>
            <a:off x="5088636" y="1887596"/>
            <a:ext cx="240030" cy="1259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690" dirty="0">
                <a:solidFill>
                  <a:srgbClr val="FFFFFF"/>
                </a:solidFill>
              </a:rPr>
              <a:t>11</a:t>
            </a:r>
            <a:endParaRPr lang="en-US" sz="690" dirty="0"/>
          </a:p>
        </p:txBody>
      </p:sp>
      <p:sp>
        <p:nvSpPr>
          <p:cNvPr id="94" name="Shape 92"/>
          <p:cNvSpPr/>
          <p:nvPr/>
        </p:nvSpPr>
        <p:spPr>
          <a:xfrm>
            <a:off x="5328666" y="1865376"/>
            <a:ext cx="240030" cy="185166"/>
          </a:xfrm>
          <a:prstGeom prst="rect">
            <a:avLst/>
          </a:prstGeom>
          <a:solidFill>
            <a:srgbClr val="FF6B6B"/>
          </a:solidFill>
          <a:ln w="10160">
            <a:solidFill>
              <a:srgbClr val="A8B3C2"/>
            </a:solidFill>
            <a:prstDash val="solid"/>
          </a:ln>
        </p:spPr>
        <p:txBody>
          <a:bodyPr/>
          <a:lstStyle/>
          <a:p>
            <a:endParaRPr lang="en-IN" sz="1050"/>
          </a:p>
        </p:txBody>
      </p:sp>
      <p:sp>
        <p:nvSpPr>
          <p:cNvPr id="95" name="Text 93"/>
          <p:cNvSpPr/>
          <p:nvPr/>
        </p:nvSpPr>
        <p:spPr>
          <a:xfrm>
            <a:off x="5328666" y="1887596"/>
            <a:ext cx="240030" cy="1259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690" dirty="0">
                <a:solidFill>
                  <a:srgbClr val="FFFFFF"/>
                </a:solidFill>
              </a:rPr>
              <a:t>12</a:t>
            </a:r>
            <a:endParaRPr lang="en-US" sz="690" dirty="0"/>
          </a:p>
        </p:txBody>
      </p:sp>
      <p:sp>
        <p:nvSpPr>
          <p:cNvPr id="96" name="Text 94"/>
          <p:cNvSpPr/>
          <p:nvPr/>
        </p:nvSpPr>
        <p:spPr>
          <a:xfrm>
            <a:off x="5726430" y="1639062"/>
            <a:ext cx="6858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825" b="1" dirty="0">
                <a:solidFill>
                  <a:srgbClr val="FF6B6B"/>
                </a:solidFill>
              </a:rPr>
              <a:t>R channel</a:t>
            </a:r>
            <a:endParaRPr lang="en-US" sz="825" dirty="0"/>
          </a:p>
        </p:txBody>
      </p:sp>
      <p:sp>
        <p:nvSpPr>
          <p:cNvPr id="97" name="Shape 95"/>
          <p:cNvSpPr/>
          <p:nvPr/>
        </p:nvSpPr>
        <p:spPr>
          <a:xfrm>
            <a:off x="4608576" y="2180844"/>
            <a:ext cx="240030" cy="185166"/>
          </a:xfrm>
          <a:prstGeom prst="rect">
            <a:avLst/>
          </a:prstGeom>
          <a:solidFill>
            <a:srgbClr val="7DCE82"/>
          </a:solidFill>
          <a:ln w="10160">
            <a:solidFill>
              <a:srgbClr val="A8B3C2"/>
            </a:solidFill>
            <a:prstDash val="solid"/>
          </a:ln>
        </p:spPr>
        <p:txBody>
          <a:bodyPr/>
          <a:lstStyle/>
          <a:p>
            <a:endParaRPr lang="en-IN" sz="1050"/>
          </a:p>
        </p:txBody>
      </p:sp>
      <p:sp>
        <p:nvSpPr>
          <p:cNvPr id="98" name="Text 96"/>
          <p:cNvSpPr/>
          <p:nvPr/>
        </p:nvSpPr>
        <p:spPr>
          <a:xfrm>
            <a:off x="4608576" y="2203064"/>
            <a:ext cx="240030" cy="1259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690" dirty="0">
                <a:solidFill>
                  <a:srgbClr val="FFFFFF"/>
                </a:solidFill>
              </a:rPr>
              <a:t>1</a:t>
            </a:r>
            <a:endParaRPr lang="en-US" sz="690" dirty="0"/>
          </a:p>
        </p:txBody>
      </p:sp>
      <p:sp>
        <p:nvSpPr>
          <p:cNvPr id="99" name="Shape 97"/>
          <p:cNvSpPr/>
          <p:nvPr/>
        </p:nvSpPr>
        <p:spPr>
          <a:xfrm>
            <a:off x="4848606" y="2180844"/>
            <a:ext cx="240030" cy="185166"/>
          </a:xfrm>
          <a:prstGeom prst="rect">
            <a:avLst/>
          </a:prstGeom>
          <a:solidFill>
            <a:srgbClr val="7DCE82"/>
          </a:solidFill>
          <a:ln w="10160">
            <a:solidFill>
              <a:srgbClr val="A8B3C2"/>
            </a:solidFill>
            <a:prstDash val="solid"/>
          </a:ln>
        </p:spPr>
        <p:txBody>
          <a:bodyPr/>
          <a:lstStyle/>
          <a:p>
            <a:endParaRPr lang="en-IN" sz="1050"/>
          </a:p>
        </p:txBody>
      </p:sp>
      <p:sp>
        <p:nvSpPr>
          <p:cNvPr id="100" name="Text 98"/>
          <p:cNvSpPr/>
          <p:nvPr/>
        </p:nvSpPr>
        <p:spPr>
          <a:xfrm>
            <a:off x="4848606" y="2203064"/>
            <a:ext cx="240030" cy="1259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690" dirty="0">
                <a:solidFill>
                  <a:srgbClr val="FFFFFF"/>
                </a:solidFill>
              </a:rPr>
              <a:t>2</a:t>
            </a:r>
            <a:endParaRPr lang="en-US" sz="690" dirty="0"/>
          </a:p>
        </p:txBody>
      </p:sp>
      <p:sp>
        <p:nvSpPr>
          <p:cNvPr id="101" name="Shape 99"/>
          <p:cNvSpPr/>
          <p:nvPr/>
        </p:nvSpPr>
        <p:spPr>
          <a:xfrm>
            <a:off x="5088636" y="2180844"/>
            <a:ext cx="240030" cy="185166"/>
          </a:xfrm>
          <a:prstGeom prst="rect">
            <a:avLst/>
          </a:prstGeom>
          <a:solidFill>
            <a:srgbClr val="7DCE82"/>
          </a:solidFill>
          <a:ln w="10160">
            <a:solidFill>
              <a:srgbClr val="A8B3C2"/>
            </a:solidFill>
            <a:prstDash val="solid"/>
          </a:ln>
        </p:spPr>
        <p:txBody>
          <a:bodyPr/>
          <a:lstStyle/>
          <a:p>
            <a:endParaRPr lang="en-IN" sz="1050"/>
          </a:p>
        </p:txBody>
      </p:sp>
      <p:sp>
        <p:nvSpPr>
          <p:cNvPr id="102" name="Text 100"/>
          <p:cNvSpPr/>
          <p:nvPr/>
        </p:nvSpPr>
        <p:spPr>
          <a:xfrm>
            <a:off x="5088636" y="2203064"/>
            <a:ext cx="240030" cy="1259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690" dirty="0">
                <a:solidFill>
                  <a:srgbClr val="FFFFFF"/>
                </a:solidFill>
              </a:rPr>
              <a:t>3</a:t>
            </a:r>
            <a:endParaRPr lang="en-US" sz="690" dirty="0"/>
          </a:p>
        </p:txBody>
      </p:sp>
      <p:sp>
        <p:nvSpPr>
          <p:cNvPr id="103" name="Shape 101"/>
          <p:cNvSpPr/>
          <p:nvPr/>
        </p:nvSpPr>
        <p:spPr>
          <a:xfrm>
            <a:off x="5328666" y="2180844"/>
            <a:ext cx="240030" cy="185166"/>
          </a:xfrm>
          <a:prstGeom prst="rect">
            <a:avLst/>
          </a:prstGeom>
          <a:solidFill>
            <a:srgbClr val="7DCE82"/>
          </a:solidFill>
          <a:ln w="10160">
            <a:solidFill>
              <a:srgbClr val="A8B3C2"/>
            </a:solidFill>
            <a:prstDash val="solid"/>
          </a:ln>
        </p:spPr>
        <p:txBody>
          <a:bodyPr/>
          <a:lstStyle/>
          <a:p>
            <a:endParaRPr lang="en-IN" sz="1050"/>
          </a:p>
        </p:txBody>
      </p:sp>
      <p:sp>
        <p:nvSpPr>
          <p:cNvPr id="104" name="Text 102"/>
          <p:cNvSpPr/>
          <p:nvPr/>
        </p:nvSpPr>
        <p:spPr>
          <a:xfrm>
            <a:off x="5328666" y="2203064"/>
            <a:ext cx="240030" cy="1259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690" dirty="0">
                <a:solidFill>
                  <a:srgbClr val="FFFFFF"/>
                </a:solidFill>
              </a:rPr>
              <a:t>4</a:t>
            </a:r>
            <a:endParaRPr lang="en-US" sz="690" dirty="0"/>
          </a:p>
        </p:txBody>
      </p:sp>
      <p:sp>
        <p:nvSpPr>
          <p:cNvPr id="105" name="Shape 103"/>
          <p:cNvSpPr/>
          <p:nvPr/>
        </p:nvSpPr>
        <p:spPr>
          <a:xfrm>
            <a:off x="4608576" y="2366010"/>
            <a:ext cx="240030" cy="185166"/>
          </a:xfrm>
          <a:prstGeom prst="rect">
            <a:avLst/>
          </a:prstGeom>
          <a:solidFill>
            <a:srgbClr val="7DCE82"/>
          </a:solidFill>
          <a:ln w="10160">
            <a:solidFill>
              <a:srgbClr val="A8B3C2"/>
            </a:solidFill>
            <a:prstDash val="solid"/>
          </a:ln>
        </p:spPr>
        <p:txBody>
          <a:bodyPr/>
          <a:lstStyle/>
          <a:p>
            <a:endParaRPr lang="en-IN" sz="1050"/>
          </a:p>
        </p:txBody>
      </p:sp>
      <p:sp>
        <p:nvSpPr>
          <p:cNvPr id="106" name="Text 104"/>
          <p:cNvSpPr/>
          <p:nvPr/>
        </p:nvSpPr>
        <p:spPr>
          <a:xfrm>
            <a:off x="4608576" y="2388230"/>
            <a:ext cx="240030" cy="1259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690" dirty="0">
                <a:solidFill>
                  <a:srgbClr val="FFFFFF"/>
                </a:solidFill>
              </a:rPr>
              <a:t>5</a:t>
            </a:r>
            <a:endParaRPr lang="en-US" sz="690" dirty="0"/>
          </a:p>
        </p:txBody>
      </p:sp>
      <p:sp>
        <p:nvSpPr>
          <p:cNvPr id="107" name="Shape 105"/>
          <p:cNvSpPr/>
          <p:nvPr/>
        </p:nvSpPr>
        <p:spPr>
          <a:xfrm>
            <a:off x="4848606" y="2366010"/>
            <a:ext cx="240030" cy="185166"/>
          </a:xfrm>
          <a:prstGeom prst="rect">
            <a:avLst/>
          </a:prstGeom>
          <a:solidFill>
            <a:srgbClr val="7DCE82"/>
          </a:solidFill>
          <a:ln w="10160">
            <a:solidFill>
              <a:srgbClr val="A8B3C2"/>
            </a:solidFill>
            <a:prstDash val="solid"/>
          </a:ln>
        </p:spPr>
        <p:txBody>
          <a:bodyPr/>
          <a:lstStyle/>
          <a:p>
            <a:endParaRPr lang="en-IN" sz="1050"/>
          </a:p>
        </p:txBody>
      </p:sp>
      <p:sp>
        <p:nvSpPr>
          <p:cNvPr id="108" name="Text 106"/>
          <p:cNvSpPr/>
          <p:nvPr/>
        </p:nvSpPr>
        <p:spPr>
          <a:xfrm>
            <a:off x="4848606" y="2388230"/>
            <a:ext cx="240030" cy="1259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690" dirty="0">
                <a:solidFill>
                  <a:srgbClr val="FFFFFF"/>
                </a:solidFill>
              </a:rPr>
              <a:t>6</a:t>
            </a:r>
            <a:endParaRPr lang="en-US" sz="690" dirty="0"/>
          </a:p>
        </p:txBody>
      </p:sp>
      <p:sp>
        <p:nvSpPr>
          <p:cNvPr id="109" name="Shape 107"/>
          <p:cNvSpPr/>
          <p:nvPr/>
        </p:nvSpPr>
        <p:spPr>
          <a:xfrm>
            <a:off x="5088636" y="2366010"/>
            <a:ext cx="240030" cy="185166"/>
          </a:xfrm>
          <a:prstGeom prst="rect">
            <a:avLst/>
          </a:prstGeom>
          <a:solidFill>
            <a:srgbClr val="7DCE82"/>
          </a:solidFill>
          <a:ln w="10160">
            <a:solidFill>
              <a:srgbClr val="A8B3C2"/>
            </a:solidFill>
            <a:prstDash val="solid"/>
          </a:ln>
        </p:spPr>
        <p:txBody>
          <a:bodyPr/>
          <a:lstStyle/>
          <a:p>
            <a:endParaRPr lang="en-IN" sz="1050"/>
          </a:p>
        </p:txBody>
      </p:sp>
      <p:sp>
        <p:nvSpPr>
          <p:cNvPr id="110" name="Text 108"/>
          <p:cNvSpPr/>
          <p:nvPr/>
        </p:nvSpPr>
        <p:spPr>
          <a:xfrm>
            <a:off x="5088636" y="2388230"/>
            <a:ext cx="240030" cy="1259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690" dirty="0">
                <a:solidFill>
                  <a:srgbClr val="FFFFFF"/>
                </a:solidFill>
              </a:rPr>
              <a:t>7</a:t>
            </a:r>
            <a:endParaRPr lang="en-US" sz="690" dirty="0"/>
          </a:p>
        </p:txBody>
      </p:sp>
      <p:sp>
        <p:nvSpPr>
          <p:cNvPr id="111" name="Shape 109"/>
          <p:cNvSpPr/>
          <p:nvPr/>
        </p:nvSpPr>
        <p:spPr>
          <a:xfrm>
            <a:off x="5328666" y="2366010"/>
            <a:ext cx="240030" cy="185166"/>
          </a:xfrm>
          <a:prstGeom prst="rect">
            <a:avLst/>
          </a:prstGeom>
          <a:solidFill>
            <a:srgbClr val="7DCE82"/>
          </a:solidFill>
          <a:ln w="10160">
            <a:solidFill>
              <a:srgbClr val="A8B3C2"/>
            </a:solidFill>
            <a:prstDash val="solid"/>
          </a:ln>
        </p:spPr>
        <p:txBody>
          <a:bodyPr/>
          <a:lstStyle/>
          <a:p>
            <a:endParaRPr lang="en-IN" sz="1050"/>
          </a:p>
        </p:txBody>
      </p:sp>
      <p:sp>
        <p:nvSpPr>
          <p:cNvPr id="112" name="Text 110"/>
          <p:cNvSpPr/>
          <p:nvPr/>
        </p:nvSpPr>
        <p:spPr>
          <a:xfrm>
            <a:off x="5328666" y="2388230"/>
            <a:ext cx="240030" cy="1259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690" dirty="0">
                <a:solidFill>
                  <a:srgbClr val="FFFFFF"/>
                </a:solidFill>
              </a:rPr>
              <a:t>8</a:t>
            </a:r>
            <a:endParaRPr lang="en-US" sz="690" dirty="0"/>
          </a:p>
        </p:txBody>
      </p:sp>
      <p:sp>
        <p:nvSpPr>
          <p:cNvPr id="113" name="Shape 111"/>
          <p:cNvSpPr/>
          <p:nvPr/>
        </p:nvSpPr>
        <p:spPr>
          <a:xfrm>
            <a:off x="4608576" y="2551176"/>
            <a:ext cx="240030" cy="185166"/>
          </a:xfrm>
          <a:prstGeom prst="rect">
            <a:avLst/>
          </a:prstGeom>
          <a:solidFill>
            <a:srgbClr val="7DCE82"/>
          </a:solidFill>
          <a:ln w="10160">
            <a:solidFill>
              <a:srgbClr val="A8B3C2"/>
            </a:solidFill>
            <a:prstDash val="solid"/>
          </a:ln>
        </p:spPr>
        <p:txBody>
          <a:bodyPr/>
          <a:lstStyle/>
          <a:p>
            <a:endParaRPr lang="en-IN" sz="1050"/>
          </a:p>
        </p:txBody>
      </p:sp>
      <p:sp>
        <p:nvSpPr>
          <p:cNvPr id="114" name="Text 112"/>
          <p:cNvSpPr/>
          <p:nvPr/>
        </p:nvSpPr>
        <p:spPr>
          <a:xfrm>
            <a:off x="4608576" y="2573396"/>
            <a:ext cx="240030" cy="1259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690" dirty="0">
                <a:solidFill>
                  <a:srgbClr val="FFFFFF"/>
                </a:solidFill>
              </a:rPr>
              <a:t>9</a:t>
            </a:r>
            <a:endParaRPr lang="en-US" sz="690" dirty="0"/>
          </a:p>
        </p:txBody>
      </p:sp>
      <p:sp>
        <p:nvSpPr>
          <p:cNvPr id="115" name="Shape 113"/>
          <p:cNvSpPr/>
          <p:nvPr/>
        </p:nvSpPr>
        <p:spPr>
          <a:xfrm>
            <a:off x="4848606" y="2551176"/>
            <a:ext cx="240030" cy="185166"/>
          </a:xfrm>
          <a:prstGeom prst="rect">
            <a:avLst/>
          </a:prstGeom>
          <a:solidFill>
            <a:srgbClr val="7DCE82"/>
          </a:solidFill>
          <a:ln w="10160">
            <a:solidFill>
              <a:srgbClr val="A8B3C2"/>
            </a:solidFill>
            <a:prstDash val="solid"/>
          </a:ln>
        </p:spPr>
        <p:txBody>
          <a:bodyPr/>
          <a:lstStyle/>
          <a:p>
            <a:endParaRPr lang="en-IN" sz="1050"/>
          </a:p>
        </p:txBody>
      </p:sp>
      <p:sp>
        <p:nvSpPr>
          <p:cNvPr id="116" name="Text 114"/>
          <p:cNvSpPr/>
          <p:nvPr/>
        </p:nvSpPr>
        <p:spPr>
          <a:xfrm>
            <a:off x="4848606" y="2573396"/>
            <a:ext cx="240030" cy="1259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690" dirty="0">
                <a:solidFill>
                  <a:srgbClr val="FFFFFF"/>
                </a:solidFill>
              </a:rPr>
              <a:t>10</a:t>
            </a:r>
            <a:endParaRPr lang="en-US" sz="690" dirty="0"/>
          </a:p>
        </p:txBody>
      </p:sp>
      <p:sp>
        <p:nvSpPr>
          <p:cNvPr id="117" name="Shape 115"/>
          <p:cNvSpPr/>
          <p:nvPr/>
        </p:nvSpPr>
        <p:spPr>
          <a:xfrm>
            <a:off x="5088636" y="2551176"/>
            <a:ext cx="240030" cy="185166"/>
          </a:xfrm>
          <a:prstGeom prst="rect">
            <a:avLst/>
          </a:prstGeom>
          <a:solidFill>
            <a:srgbClr val="7DCE82"/>
          </a:solidFill>
          <a:ln w="10160">
            <a:solidFill>
              <a:srgbClr val="A8B3C2"/>
            </a:solidFill>
            <a:prstDash val="solid"/>
          </a:ln>
        </p:spPr>
        <p:txBody>
          <a:bodyPr/>
          <a:lstStyle/>
          <a:p>
            <a:endParaRPr lang="en-IN" sz="1050"/>
          </a:p>
        </p:txBody>
      </p:sp>
      <p:sp>
        <p:nvSpPr>
          <p:cNvPr id="118" name="Text 116"/>
          <p:cNvSpPr/>
          <p:nvPr/>
        </p:nvSpPr>
        <p:spPr>
          <a:xfrm>
            <a:off x="5088636" y="2573396"/>
            <a:ext cx="240030" cy="1259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690" dirty="0">
                <a:solidFill>
                  <a:srgbClr val="FFFFFF"/>
                </a:solidFill>
              </a:rPr>
              <a:t>11</a:t>
            </a:r>
            <a:endParaRPr lang="en-US" sz="690" dirty="0"/>
          </a:p>
        </p:txBody>
      </p:sp>
      <p:sp>
        <p:nvSpPr>
          <p:cNvPr id="119" name="Shape 117"/>
          <p:cNvSpPr/>
          <p:nvPr/>
        </p:nvSpPr>
        <p:spPr>
          <a:xfrm>
            <a:off x="5328666" y="2551176"/>
            <a:ext cx="240030" cy="185166"/>
          </a:xfrm>
          <a:prstGeom prst="rect">
            <a:avLst/>
          </a:prstGeom>
          <a:solidFill>
            <a:srgbClr val="7DCE82"/>
          </a:solidFill>
          <a:ln w="10160">
            <a:solidFill>
              <a:srgbClr val="A8B3C2"/>
            </a:solidFill>
            <a:prstDash val="solid"/>
          </a:ln>
        </p:spPr>
        <p:txBody>
          <a:bodyPr/>
          <a:lstStyle/>
          <a:p>
            <a:endParaRPr lang="en-IN" sz="1050"/>
          </a:p>
        </p:txBody>
      </p:sp>
      <p:sp>
        <p:nvSpPr>
          <p:cNvPr id="120" name="Text 118"/>
          <p:cNvSpPr/>
          <p:nvPr/>
        </p:nvSpPr>
        <p:spPr>
          <a:xfrm>
            <a:off x="5328666" y="2573396"/>
            <a:ext cx="240030" cy="1259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690" dirty="0">
                <a:solidFill>
                  <a:srgbClr val="FFFFFF"/>
                </a:solidFill>
              </a:rPr>
              <a:t>12</a:t>
            </a:r>
            <a:endParaRPr lang="en-US" sz="690" dirty="0"/>
          </a:p>
        </p:txBody>
      </p:sp>
      <p:sp>
        <p:nvSpPr>
          <p:cNvPr id="121" name="Text 119"/>
          <p:cNvSpPr/>
          <p:nvPr/>
        </p:nvSpPr>
        <p:spPr>
          <a:xfrm>
            <a:off x="5726430" y="2324862"/>
            <a:ext cx="6858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825" b="1" dirty="0">
                <a:solidFill>
                  <a:srgbClr val="7DCE82"/>
                </a:solidFill>
              </a:rPr>
              <a:t>G channel</a:t>
            </a:r>
            <a:endParaRPr lang="en-US" sz="825" dirty="0"/>
          </a:p>
        </p:txBody>
      </p:sp>
      <p:sp>
        <p:nvSpPr>
          <p:cNvPr id="122" name="Shape 120"/>
          <p:cNvSpPr/>
          <p:nvPr/>
        </p:nvSpPr>
        <p:spPr>
          <a:xfrm>
            <a:off x="4608576" y="2866644"/>
            <a:ext cx="240030" cy="185166"/>
          </a:xfrm>
          <a:prstGeom prst="rect">
            <a:avLst/>
          </a:prstGeom>
          <a:solidFill>
            <a:srgbClr val="64B5F6"/>
          </a:solidFill>
          <a:ln w="10160">
            <a:solidFill>
              <a:srgbClr val="A8B3C2"/>
            </a:solidFill>
            <a:prstDash val="solid"/>
          </a:ln>
        </p:spPr>
        <p:txBody>
          <a:bodyPr/>
          <a:lstStyle/>
          <a:p>
            <a:endParaRPr lang="en-IN" sz="1050"/>
          </a:p>
        </p:txBody>
      </p:sp>
      <p:sp>
        <p:nvSpPr>
          <p:cNvPr id="123" name="Text 121"/>
          <p:cNvSpPr/>
          <p:nvPr/>
        </p:nvSpPr>
        <p:spPr>
          <a:xfrm>
            <a:off x="4608576" y="2888864"/>
            <a:ext cx="240030" cy="1259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690" dirty="0">
                <a:solidFill>
                  <a:srgbClr val="FFFFFF"/>
                </a:solidFill>
              </a:rPr>
              <a:t>1</a:t>
            </a:r>
            <a:endParaRPr lang="en-US" sz="690" dirty="0"/>
          </a:p>
        </p:txBody>
      </p:sp>
      <p:sp>
        <p:nvSpPr>
          <p:cNvPr id="124" name="Shape 122"/>
          <p:cNvSpPr/>
          <p:nvPr/>
        </p:nvSpPr>
        <p:spPr>
          <a:xfrm>
            <a:off x="4848606" y="2866644"/>
            <a:ext cx="240030" cy="185166"/>
          </a:xfrm>
          <a:prstGeom prst="rect">
            <a:avLst/>
          </a:prstGeom>
          <a:solidFill>
            <a:srgbClr val="64B5F6"/>
          </a:solidFill>
          <a:ln w="10160">
            <a:solidFill>
              <a:srgbClr val="A8B3C2"/>
            </a:solidFill>
            <a:prstDash val="solid"/>
          </a:ln>
        </p:spPr>
        <p:txBody>
          <a:bodyPr/>
          <a:lstStyle/>
          <a:p>
            <a:endParaRPr lang="en-IN" sz="1050"/>
          </a:p>
        </p:txBody>
      </p:sp>
      <p:sp>
        <p:nvSpPr>
          <p:cNvPr id="125" name="Text 123"/>
          <p:cNvSpPr/>
          <p:nvPr/>
        </p:nvSpPr>
        <p:spPr>
          <a:xfrm>
            <a:off x="4848606" y="2888864"/>
            <a:ext cx="240030" cy="1259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690" dirty="0">
                <a:solidFill>
                  <a:srgbClr val="FFFFFF"/>
                </a:solidFill>
              </a:rPr>
              <a:t>2</a:t>
            </a:r>
            <a:endParaRPr lang="en-US" sz="690" dirty="0"/>
          </a:p>
        </p:txBody>
      </p:sp>
      <p:sp>
        <p:nvSpPr>
          <p:cNvPr id="126" name="Shape 124"/>
          <p:cNvSpPr/>
          <p:nvPr/>
        </p:nvSpPr>
        <p:spPr>
          <a:xfrm>
            <a:off x="5088636" y="2866644"/>
            <a:ext cx="240030" cy="185166"/>
          </a:xfrm>
          <a:prstGeom prst="rect">
            <a:avLst/>
          </a:prstGeom>
          <a:solidFill>
            <a:srgbClr val="64B5F6"/>
          </a:solidFill>
          <a:ln w="10160">
            <a:solidFill>
              <a:srgbClr val="A8B3C2"/>
            </a:solidFill>
            <a:prstDash val="solid"/>
          </a:ln>
        </p:spPr>
        <p:txBody>
          <a:bodyPr/>
          <a:lstStyle/>
          <a:p>
            <a:endParaRPr lang="en-IN" sz="1050"/>
          </a:p>
        </p:txBody>
      </p:sp>
      <p:sp>
        <p:nvSpPr>
          <p:cNvPr id="127" name="Text 125"/>
          <p:cNvSpPr/>
          <p:nvPr/>
        </p:nvSpPr>
        <p:spPr>
          <a:xfrm>
            <a:off x="5088636" y="2888864"/>
            <a:ext cx="240030" cy="1259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690" dirty="0">
                <a:solidFill>
                  <a:srgbClr val="FFFFFF"/>
                </a:solidFill>
              </a:rPr>
              <a:t>3</a:t>
            </a:r>
            <a:endParaRPr lang="en-US" sz="690" dirty="0"/>
          </a:p>
        </p:txBody>
      </p:sp>
      <p:sp>
        <p:nvSpPr>
          <p:cNvPr id="128" name="Shape 126"/>
          <p:cNvSpPr/>
          <p:nvPr/>
        </p:nvSpPr>
        <p:spPr>
          <a:xfrm>
            <a:off x="5328666" y="2866644"/>
            <a:ext cx="240030" cy="185166"/>
          </a:xfrm>
          <a:prstGeom prst="rect">
            <a:avLst/>
          </a:prstGeom>
          <a:solidFill>
            <a:srgbClr val="64B5F6"/>
          </a:solidFill>
          <a:ln w="10160">
            <a:solidFill>
              <a:srgbClr val="A8B3C2"/>
            </a:solidFill>
            <a:prstDash val="solid"/>
          </a:ln>
        </p:spPr>
        <p:txBody>
          <a:bodyPr/>
          <a:lstStyle/>
          <a:p>
            <a:endParaRPr lang="en-IN" sz="1050"/>
          </a:p>
        </p:txBody>
      </p:sp>
      <p:sp>
        <p:nvSpPr>
          <p:cNvPr id="129" name="Text 127"/>
          <p:cNvSpPr/>
          <p:nvPr/>
        </p:nvSpPr>
        <p:spPr>
          <a:xfrm>
            <a:off x="5328666" y="2888864"/>
            <a:ext cx="240030" cy="1259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690" dirty="0">
                <a:solidFill>
                  <a:srgbClr val="FFFFFF"/>
                </a:solidFill>
              </a:rPr>
              <a:t>4</a:t>
            </a:r>
            <a:endParaRPr lang="en-US" sz="690" dirty="0"/>
          </a:p>
        </p:txBody>
      </p:sp>
      <p:sp>
        <p:nvSpPr>
          <p:cNvPr id="130" name="Shape 128"/>
          <p:cNvSpPr/>
          <p:nvPr/>
        </p:nvSpPr>
        <p:spPr>
          <a:xfrm>
            <a:off x="4608576" y="3051810"/>
            <a:ext cx="240030" cy="185166"/>
          </a:xfrm>
          <a:prstGeom prst="rect">
            <a:avLst/>
          </a:prstGeom>
          <a:solidFill>
            <a:srgbClr val="64B5F6"/>
          </a:solidFill>
          <a:ln w="10160">
            <a:solidFill>
              <a:srgbClr val="A8B3C2"/>
            </a:solidFill>
            <a:prstDash val="solid"/>
          </a:ln>
        </p:spPr>
        <p:txBody>
          <a:bodyPr/>
          <a:lstStyle/>
          <a:p>
            <a:endParaRPr lang="en-IN" sz="1050"/>
          </a:p>
        </p:txBody>
      </p:sp>
      <p:sp>
        <p:nvSpPr>
          <p:cNvPr id="131" name="Text 129"/>
          <p:cNvSpPr/>
          <p:nvPr/>
        </p:nvSpPr>
        <p:spPr>
          <a:xfrm>
            <a:off x="4608576" y="3074030"/>
            <a:ext cx="240030" cy="1259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690" dirty="0">
                <a:solidFill>
                  <a:srgbClr val="FFFFFF"/>
                </a:solidFill>
              </a:rPr>
              <a:t>5</a:t>
            </a:r>
            <a:endParaRPr lang="en-US" sz="690" dirty="0"/>
          </a:p>
        </p:txBody>
      </p:sp>
      <p:sp>
        <p:nvSpPr>
          <p:cNvPr id="132" name="Shape 130"/>
          <p:cNvSpPr/>
          <p:nvPr/>
        </p:nvSpPr>
        <p:spPr>
          <a:xfrm>
            <a:off x="4848606" y="3051810"/>
            <a:ext cx="240030" cy="185166"/>
          </a:xfrm>
          <a:prstGeom prst="rect">
            <a:avLst/>
          </a:prstGeom>
          <a:solidFill>
            <a:srgbClr val="64B5F6"/>
          </a:solidFill>
          <a:ln w="10160">
            <a:solidFill>
              <a:srgbClr val="A8B3C2"/>
            </a:solidFill>
            <a:prstDash val="solid"/>
          </a:ln>
        </p:spPr>
        <p:txBody>
          <a:bodyPr/>
          <a:lstStyle/>
          <a:p>
            <a:endParaRPr lang="en-IN" sz="1050"/>
          </a:p>
        </p:txBody>
      </p:sp>
      <p:sp>
        <p:nvSpPr>
          <p:cNvPr id="133" name="Text 131"/>
          <p:cNvSpPr/>
          <p:nvPr/>
        </p:nvSpPr>
        <p:spPr>
          <a:xfrm>
            <a:off x="4848606" y="3074030"/>
            <a:ext cx="240030" cy="1259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690" dirty="0">
                <a:solidFill>
                  <a:srgbClr val="FFFFFF"/>
                </a:solidFill>
              </a:rPr>
              <a:t>6</a:t>
            </a:r>
            <a:endParaRPr lang="en-US" sz="690" dirty="0"/>
          </a:p>
        </p:txBody>
      </p:sp>
      <p:sp>
        <p:nvSpPr>
          <p:cNvPr id="134" name="Shape 132"/>
          <p:cNvSpPr/>
          <p:nvPr/>
        </p:nvSpPr>
        <p:spPr>
          <a:xfrm>
            <a:off x="5088636" y="3051810"/>
            <a:ext cx="240030" cy="185166"/>
          </a:xfrm>
          <a:prstGeom prst="rect">
            <a:avLst/>
          </a:prstGeom>
          <a:solidFill>
            <a:srgbClr val="64B5F6"/>
          </a:solidFill>
          <a:ln w="10160">
            <a:solidFill>
              <a:srgbClr val="A8B3C2"/>
            </a:solidFill>
            <a:prstDash val="solid"/>
          </a:ln>
        </p:spPr>
        <p:txBody>
          <a:bodyPr/>
          <a:lstStyle/>
          <a:p>
            <a:endParaRPr lang="en-IN" sz="1050"/>
          </a:p>
        </p:txBody>
      </p:sp>
      <p:sp>
        <p:nvSpPr>
          <p:cNvPr id="135" name="Text 133"/>
          <p:cNvSpPr/>
          <p:nvPr/>
        </p:nvSpPr>
        <p:spPr>
          <a:xfrm>
            <a:off x="5088636" y="3074030"/>
            <a:ext cx="240030" cy="1259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690" dirty="0">
                <a:solidFill>
                  <a:srgbClr val="FFFFFF"/>
                </a:solidFill>
              </a:rPr>
              <a:t>7</a:t>
            </a:r>
            <a:endParaRPr lang="en-US" sz="690" dirty="0"/>
          </a:p>
        </p:txBody>
      </p:sp>
      <p:sp>
        <p:nvSpPr>
          <p:cNvPr id="136" name="Shape 134"/>
          <p:cNvSpPr/>
          <p:nvPr/>
        </p:nvSpPr>
        <p:spPr>
          <a:xfrm>
            <a:off x="5328666" y="3051810"/>
            <a:ext cx="240030" cy="185166"/>
          </a:xfrm>
          <a:prstGeom prst="rect">
            <a:avLst/>
          </a:prstGeom>
          <a:solidFill>
            <a:srgbClr val="64B5F6"/>
          </a:solidFill>
          <a:ln w="10160">
            <a:solidFill>
              <a:srgbClr val="A8B3C2"/>
            </a:solidFill>
            <a:prstDash val="solid"/>
          </a:ln>
        </p:spPr>
        <p:txBody>
          <a:bodyPr/>
          <a:lstStyle/>
          <a:p>
            <a:endParaRPr lang="en-IN" sz="1050"/>
          </a:p>
        </p:txBody>
      </p:sp>
      <p:sp>
        <p:nvSpPr>
          <p:cNvPr id="137" name="Text 135"/>
          <p:cNvSpPr/>
          <p:nvPr/>
        </p:nvSpPr>
        <p:spPr>
          <a:xfrm>
            <a:off x="5328666" y="3074030"/>
            <a:ext cx="240030" cy="1259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690" dirty="0">
                <a:solidFill>
                  <a:srgbClr val="FFFFFF"/>
                </a:solidFill>
              </a:rPr>
              <a:t>8</a:t>
            </a:r>
            <a:endParaRPr lang="en-US" sz="690" dirty="0"/>
          </a:p>
        </p:txBody>
      </p:sp>
      <p:sp>
        <p:nvSpPr>
          <p:cNvPr id="138" name="Shape 136"/>
          <p:cNvSpPr/>
          <p:nvPr/>
        </p:nvSpPr>
        <p:spPr>
          <a:xfrm>
            <a:off x="4608576" y="3236976"/>
            <a:ext cx="240030" cy="185166"/>
          </a:xfrm>
          <a:prstGeom prst="rect">
            <a:avLst/>
          </a:prstGeom>
          <a:solidFill>
            <a:srgbClr val="64B5F6"/>
          </a:solidFill>
          <a:ln w="10160">
            <a:solidFill>
              <a:srgbClr val="A8B3C2"/>
            </a:solidFill>
            <a:prstDash val="solid"/>
          </a:ln>
        </p:spPr>
        <p:txBody>
          <a:bodyPr/>
          <a:lstStyle/>
          <a:p>
            <a:endParaRPr lang="en-IN" sz="1050"/>
          </a:p>
        </p:txBody>
      </p:sp>
      <p:sp>
        <p:nvSpPr>
          <p:cNvPr id="139" name="Text 137"/>
          <p:cNvSpPr/>
          <p:nvPr/>
        </p:nvSpPr>
        <p:spPr>
          <a:xfrm>
            <a:off x="4608576" y="3259196"/>
            <a:ext cx="240030" cy="1259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690" dirty="0">
                <a:solidFill>
                  <a:srgbClr val="FFFFFF"/>
                </a:solidFill>
              </a:rPr>
              <a:t>9</a:t>
            </a:r>
            <a:endParaRPr lang="en-US" sz="690" dirty="0"/>
          </a:p>
        </p:txBody>
      </p:sp>
      <p:sp>
        <p:nvSpPr>
          <p:cNvPr id="140" name="Shape 138"/>
          <p:cNvSpPr/>
          <p:nvPr/>
        </p:nvSpPr>
        <p:spPr>
          <a:xfrm>
            <a:off x="4848606" y="3236976"/>
            <a:ext cx="240030" cy="185166"/>
          </a:xfrm>
          <a:prstGeom prst="rect">
            <a:avLst/>
          </a:prstGeom>
          <a:solidFill>
            <a:srgbClr val="64B5F6"/>
          </a:solidFill>
          <a:ln w="10160">
            <a:solidFill>
              <a:srgbClr val="A8B3C2"/>
            </a:solidFill>
            <a:prstDash val="solid"/>
          </a:ln>
        </p:spPr>
        <p:txBody>
          <a:bodyPr/>
          <a:lstStyle/>
          <a:p>
            <a:endParaRPr lang="en-IN" sz="1050"/>
          </a:p>
        </p:txBody>
      </p:sp>
      <p:sp>
        <p:nvSpPr>
          <p:cNvPr id="141" name="Text 139"/>
          <p:cNvSpPr/>
          <p:nvPr/>
        </p:nvSpPr>
        <p:spPr>
          <a:xfrm>
            <a:off x="4848606" y="3259196"/>
            <a:ext cx="240030" cy="1259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690" dirty="0">
                <a:solidFill>
                  <a:srgbClr val="FFFFFF"/>
                </a:solidFill>
              </a:rPr>
              <a:t>10</a:t>
            </a:r>
            <a:endParaRPr lang="en-US" sz="690" dirty="0"/>
          </a:p>
        </p:txBody>
      </p:sp>
      <p:sp>
        <p:nvSpPr>
          <p:cNvPr id="142" name="Shape 140"/>
          <p:cNvSpPr/>
          <p:nvPr/>
        </p:nvSpPr>
        <p:spPr>
          <a:xfrm>
            <a:off x="5088636" y="3236976"/>
            <a:ext cx="240030" cy="185166"/>
          </a:xfrm>
          <a:prstGeom prst="rect">
            <a:avLst/>
          </a:prstGeom>
          <a:solidFill>
            <a:srgbClr val="64B5F6"/>
          </a:solidFill>
          <a:ln w="10160">
            <a:solidFill>
              <a:srgbClr val="A8B3C2"/>
            </a:solidFill>
            <a:prstDash val="solid"/>
          </a:ln>
        </p:spPr>
        <p:txBody>
          <a:bodyPr/>
          <a:lstStyle/>
          <a:p>
            <a:endParaRPr lang="en-IN" sz="1050"/>
          </a:p>
        </p:txBody>
      </p:sp>
      <p:sp>
        <p:nvSpPr>
          <p:cNvPr id="143" name="Text 141"/>
          <p:cNvSpPr/>
          <p:nvPr/>
        </p:nvSpPr>
        <p:spPr>
          <a:xfrm>
            <a:off x="5088636" y="3259196"/>
            <a:ext cx="240030" cy="1259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690" dirty="0">
                <a:solidFill>
                  <a:srgbClr val="FFFFFF"/>
                </a:solidFill>
              </a:rPr>
              <a:t>11</a:t>
            </a:r>
            <a:endParaRPr lang="en-US" sz="690" dirty="0"/>
          </a:p>
        </p:txBody>
      </p:sp>
      <p:sp>
        <p:nvSpPr>
          <p:cNvPr id="144" name="Shape 142"/>
          <p:cNvSpPr/>
          <p:nvPr/>
        </p:nvSpPr>
        <p:spPr>
          <a:xfrm>
            <a:off x="5328666" y="3236976"/>
            <a:ext cx="240030" cy="185166"/>
          </a:xfrm>
          <a:prstGeom prst="rect">
            <a:avLst/>
          </a:prstGeom>
          <a:solidFill>
            <a:srgbClr val="64B5F6"/>
          </a:solidFill>
          <a:ln w="10160">
            <a:solidFill>
              <a:srgbClr val="A8B3C2"/>
            </a:solidFill>
            <a:prstDash val="solid"/>
          </a:ln>
        </p:spPr>
        <p:txBody>
          <a:bodyPr/>
          <a:lstStyle/>
          <a:p>
            <a:endParaRPr lang="en-IN" sz="1050"/>
          </a:p>
        </p:txBody>
      </p:sp>
      <p:sp>
        <p:nvSpPr>
          <p:cNvPr id="145" name="Text 143"/>
          <p:cNvSpPr/>
          <p:nvPr/>
        </p:nvSpPr>
        <p:spPr>
          <a:xfrm>
            <a:off x="5328666" y="3259196"/>
            <a:ext cx="240030" cy="1259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690" dirty="0">
                <a:solidFill>
                  <a:srgbClr val="FFFFFF"/>
                </a:solidFill>
              </a:rPr>
              <a:t>12</a:t>
            </a:r>
            <a:endParaRPr lang="en-US" sz="690" dirty="0"/>
          </a:p>
        </p:txBody>
      </p:sp>
      <p:sp>
        <p:nvSpPr>
          <p:cNvPr id="146" name="Text 144"/>
          <p:cNvSpPr/>
          <p:nvPr/>
        </p:nvSpPr>
        <p:spPr>
          <a:xfrm>
            <a:off x="5726430" y="3010662"/>
            <a:ext cx="6858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825" b="1" dirty="0">
                <a:solidFill>
                  <a:srgbClr val="64B5F6"/>
                </a:solidFill>
              </a:rPr>
              <a:t>B channel</a:t>
            </a:r>
            <a:endParaRPr lang="en-US" sz="825" dirty="0"/>
          </a:p>
        </p:txBody>
      </p:sp>
      <p:sp>
        <p:nvSpPr>
          <p:cNvPr id="147" name="Shape 145"/>
          <p:cNvSpPr/>
          <p:nvPr/>
        </p:nvSpPr>
        <p:spPr>
          <a:xfrm>
            <a:off x="4512564" y="1453896"/>
            <a:ext cx="0" cy="1968246"/>
          </a:xfrm>
          <a:prstGeom prst="line">
            <a:avLst/>
          </a:prstGeom>
          <a:noFill/>
          <a:ln w="15240">
            <a:solidFill>
              <a:srgbClr val="173F7A"/>
            </a:solidFill>
            <a:prstDash val="solid"/>
          </a:ln>
        </p:spPr>
        <p:txBody>
          <a:bodyPr/>
          <a:lstStyle/>
          <a:p>
            <a:endParaRPr lang="en-IN" sz="1050"/>
          </a:p>
        </p:txBody>
      </p:sp>
      <p:sp>
        <p:nvSpPr>
          <p:cNvPr id="148" name="Shape 146"/>
          <p:cNvSpPr/>
          <p:nvPr/>
        </p:nvSpPr>
        <p:spPr>
          <a:xfrm>
            <a:off x="4512564" y="1453896"/>
            <a:ext cx="82296" cy="0"/>
          </a:xfrm>
          <a:prstGeom prst="line">
            <a:avLst/>
          </a:prstGeom>
          <a:noFill/>
          <a:ln w="15240">
            <a:solidFill>
              <a:srgbClr val="173F7A"/>
            </a:solidFill>
            <a:prstDash val="solid"/>
          </a:ln>
        </p:spPr>
        <p:txBody>
          <a:bodyPr/>
          <a:lstStyle/>
          <a:p>
            <a:endParaRPr lang="en-IN" sz="1050"/>
          </a:p>
        </p:txBody>
      </p:sp>
      <p:sp>
        <p:nvSpPr>
          <p:cNvPr id="149" name="Shape 147"/>
          <p:cNvSpPr/>
          <p:nvPr/>
        </p:nvSpPr>
        <p:spPr>
          <a:xfrm>
            <a:off x="4512564" y="3422142"/>
            <a:ext cx="82296" cy="0"/>
          </a:xfrm>
          <a:prstGeom prst="line">
            <a:avLst/>
          </a:prstGeom>
          <a:noFill/>
          <a:ln w="15240">
            <a:solidFill>
              <a:srgbClr val="173F7A"/>
            </a:solidFill>
            <a:prstDash val="solid"/>
          </a:ln>
        </p:spPr>
        <p:txBody>
          <a:bodyPr/>
          <a:lstStyle/>
          <a:p>
            <a:endParaRPr lang="en-IN" sz="1050"/>
          </a:p>
        </p:txBody>
      </p:sp>
      <p:sp>
        <p:nvSpPr>
          <p:cNvPr id="150" name="Text 148"/>
          <p:cNvSpPr/>
          <p:nvPr/>
        </p:nvSpPr>
        <p:spPr>
          <a:xfrm>
            <a:off x="4320540" y="2359152"/>
            <a:ext cx="137160" cy="1234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825" b="1" dirty="0">
                <a:solidFill>
                  <a:srgbClr val="173F7A"/>
                </a:solidFill>
              </a:rPr>
              <a:t>C</a:t>
            </a:r>
            <a:endParaRPr lang="en-US" sz="825" dirty="0"/>
          </a:p>
        </p:txBody>
      </p:sp>
      <p:sp>
        <p:nvSpPr>
          <p:cNvPr id="151" name="Shape 149"/>
          <p:cNvSpPr/>
          <p:nvPr/>
        </p:nvSpPr>
        <p:spPr>
          <a:xfrm>
            <a:off x="4965192" y="3429000"/>
            <a:ext cx="630936" cy="192024"/>
          </a:xfrm>
          <a:prstGeom prst="roundRect">
            <a:avLst>
              <a:gd name="adj" fmla="val 17857"/>
            </a:avLst>
          </a:prstGeom>
          <a:solidFill>
            <a:srgbClr val="DDEEFE"/>
          </a:solidFill>
          <a:ln w="12700">
            <a:solidFill>
              <a:srgbClr val="B7D4F5"/>
            </a:solidFill>
            <a:prstDash val="solid"/>
          </a:ln>
        </p:spPr>
        <p:txBody>
          <a:bodyPr/>
          <a:lstStyle/>
          <a:p>
            <a:endParaRPr lang="en-IN" sz="1050"/>
          </a:p>
        </p:txBody>
      </p:sp>
      <p:sp>
        <p:nvSpPr>
          <p:cNvPr id="152" name="Text 150"/>
          <p:cNvSpPr/>
          <p:nvPr/>
        </p:nvSpPr>
        <p:spPr>
          <a:xfrm>
            <a:off x="4965192" y="3449574"/>
            <a:ext cx="630936" cy="1234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788" b="1" dirty="0">
                <a:solidFill>
                  <a:srgbClr val="173F7A"/>
                </a:solidFill>
              </a:rPr>
              <a:t>(C,H,W)</a:t>
            </a:r>
            <a:endParaRPr lang="en-US" sz="788" dirty="0"/>
          </a:p>
        </p:txBody>
      </p:sp>
      <p:sp>
        <p:nvSpPr>
          <p:cNvPr id="153" name="Shape 151"/>
          <p:cNvSpPr/>
          <p:nvPr/>
        </p:nvSpPr>
        <p:spPr>
          <a:xfrm>
            <a:off x="6617970" y="1920240"/>
            <a:ext cx="1611630" cy="548640"/>
          </a:xfrm>
          <a:prstGeom prst="roundRect">
            <a:avLst>
              <a:gd name="adj" fmla="val 8750"/>
            </a:avLst>
          </a:prstGeom>
          <a:solidFill>
            <a:srgbClr val="E8F8F0"/>
          </a:solidFill>
          <a:ln w="12700">
            <a:solidFill>
              <a:srgbClr val="E3E8EF"/>
            </a:solidFill>
            <a:prstDash val="solid"/>
          </a:ln>
        </p:spPr>
        <p:txBody>
          <a:bodyPr/>
          <a:lstStyle/>
          <a:p>
            <a:endParaRPr lang="en-IN" sz="1050"/>
          </a:p>
        </p:txBody>
      </p:sp>
      <p:sp>
        <p:nvSpPr>
          <p:cNvPr id="154" name="Text 152"/>
          <p:cNvSpPr/>
          <p:nvPr/>
        </p:nvSpPr>
        <p:spPr>
          <a:xfrm>
            <a:off x="6700266" y="1975104"/>
            <a:ext cx="144703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38" dirty="0">
                <a:solidFill>
                  <a:srgbClr val="1E2430"/>
                </a:solidFill>
              </a:rPr>
              <a:t>Same values.</a:t>
            </a:r>
            <a:endParaRPr lang="en-US" sz="938" dirty="0"/>
          </a:p>
          <a:p>
            <a:r>
              <a:rPr lang="en-US" sz="938" dirty="0">
                <a:solidFill>
                  <a:srgbClr val="1E2430"/>
                </a:solidFill>
              </a:rPr>
              <a:t>Only the order of axes changes.</a:t>
            </a:r>
            <a:endParaRPr lang="en-US" sz="938" dirty="0"/>
          </a:p>
        </p:txBody>
      </p:sp>
      <p:sp>
        <p:nvSpPr>
          <p:cNvPr id="155" name="Shape 153"/>
          <p:cNvSpPr/>
          <p:nvPr/>
        </p:nvSpPr>
        <p:spPr>
          <a:xfrm>
            <a:off x="6617970" y="2811780"/>
            <a:ext cx="1920240" cy="651510"/>
          </a:xfrm>
          <a:prstGeom prst="roundRect">
            <a:avLst>
              <a:gd name="adj" fmla="val 7368"/>
            </a:avLst>
          </a:prstGeom>
          <a:solidFill>
            <a:srgbClr val="F5F7FA"/>
          </a:solidFill>
          <a:ln w="12700">
            <a:solidFill>
              <a:srgbClr val="E3E8EF"/>
            </a:solidFill>
            <a:prstDash val="solid"/>
          </a:ln>
        </p:spPr>
        <p:txBody>
          <a:bodyPr/>
          <a:lstStyle/>
          <a:p>
            <a:endParaRPr lang="en-IN" sz="1050"/>
          </a:p>
        </p:txBody>
      </p:sp>
      <p:sp>
        <p:nvSpPr>
          <p:cNvPr id="156" name="Text 154"/>
          <p:cNvSpPr/>
          <p:nvPr/>
        </p:nvSpPr>
        <p:spPr>
          <a:xfrm>
            <a:off x="6700266" y="2866644"/>
            <a:ext cx="1755648" cy="5417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38" dirty="0">
                <a:solidFill>
                  <a:srgbClr val="1E2430"/>
                </a:solidFill>
              </a:rPr>
              <a:t>This is why permute is so common when moving image data into deep-learning models.</a:t>
            </a:r>
            <a:endParaRPr lang="en-US" sz="938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G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1"/>
          <p:cNvSpPr/>
          <p:nvPr/>
        </p:nvSpPr>
        <p:spPr>
          <a:xfrm>
            <a:off x="0" y="0"/>
            <a:ext cx="9144000" cy="210172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rtlCol="0" anchor="ctr"/>
          <a:lstStyle/>
          <a:p>
            <a:endParaRPr lang="en-US" sz="1200" dirty="0"/>
          </a:p>
        </p:txBody>
      </p:sp>
      <p:sp>
        <p:nvSpPr>
          <p:cNvPr id="3" name="R2"/>
          <p:cNvSpPr/>
          <p:nvPr/>
        </p:nvSpPr>
        <p:spPr>
          <a:xfrm>
            <a:off x="0" y="5103529"/>
            <a:ext cx="9144000" cy="67092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rtlCol="0" anchor="ctr"/>
          <a:lstStyle/>
          <a:p>
            <a:endParaRPr lang="en-US" sz="500" dirty="0"/>
          </a:p>
        </p:txBody>
      </p:sp>
      <p:sp>
        <p:nvSpPr>
          <p:cNvPr id="100" name="Ttl"/>
          <p:cNvSpPr txBox="1">
            <a:spLocks noGrp="1"/>
          </p:cNvSpPr>
          <p:nvPr>
            <p:ph type="title"/>
          </p:nvPr>
        </p:nvSpPr>
        <p:spPr>
          <a:xfrm>
            <a:off x="311700" y="207100"/>
            <a:ext cx="8520600" cy="555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 algn="l"/>
            <a:r>
              <a:rPr lang="en-US" sz="2000" b="1" dirty="0">
                <a:solidFill>
                  <a:schemeClr val="tx1"/>
                </a:solidFill>
              </a:rPr>
              <a:t>Broadcasting: How PyTorch Handles Differently-Shaped Tensors</a:t>
            </a:r>
          </a:p>
        </p:txBody>
      </p:sp>
      <p:sp>
        <p:nvSpPr>
          <p:cNvPr id="10" name="L"/>
          <p:cNvSpPr txBox="1"/>
          <p:nvPr/>
        </p:nvSpPr>
        <p:spPr>
          <a:xfrm>
            <a:off x="311700" y="656850"/>
            <a:ext cx="4180000" cy="4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2500" lnSpcReduction="20000"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002060"/>
                </a:solidFill>
                <a:latin typeface="Helvetica Neue"/>
              </a:rPr>
              <a:t>What is Broadcasting?</a:t>
            </a:r>
          </a:p>
          <a:p>
            <a:pPr marL="285750" indent="-285750">
              <a:buFont typeface="Arial"/>
              <a:buChar char="▸"/>
            </a:pPr>
            <a:r>
              <a:rPr lang="en-US" sz="1250" b="0" dirty="0">
                <a:solidFill>
                  <a:srgbClr val="000000"/>
                </a:solidFill>
                <a:latin typeface="Helvetica Neue"/>
              </a:rPr>
              <a:t>When two tensors have different shapes, PyTorch expands the smaller one to match — without copying data</a:t>
            </a:r>
          </a:p>
          <a:p>
            <a:pPr marL="285750" indent="-285750">
              <a:buFont typeface="Arial"/>
              <a:buChar char="▸"/>
            </a:pPr>
            <a:r>
              <a:rPr lang="en-US" sz="1250" b="0" dirty="0">
                <a:solidFill>
                  <a:srgbClr val="000000"/>
                </a:solidFill>
                <a:latin typeface="Helvetica Neue"/>
              </a:rPr>
              <a:t>Rules: align shapes from the right; a dimension of size 1 expands to match the other</a:t>
            </a:r>
          </a:p>
          <a:p>
            <a:pPr marL="285750" indent="-285750">
              <a:buFont typeface="Arial"/>
              <a:buChar char="▸"/>
            </a:pPr>
            <a:r>
              <a:rPr lang="en-US" sz="1250" b="0" dirty="0">
                <a:solidFill>
                  <a:srgbClr val="000000"/>
                </a:solidFill>
                <a:latin typeface="Helvetica Neue"/>
              </a:rPr>
              <a:t>Example: (3,1) + (1,4) = (3,4) — the result covers all combinations</a:t>
            </a:r>
          </a:p>
          <a:p>
            <a:pPr marL="0" indent="0">
              <a:buNone/>
            </a:pPr>
            <a:endParaRPr lang="en-US" sz="600" dirty="0"/>
          </a:p>
          <a:p>
            <a:pPr marL="0" indent="0">
              <a:buNone/>
            </a:pPr>
            <a:r>
              <a:rPr lang="en-US" sz="1400" b="1" dirty="0">
                <a:solidFill>
                  <a:srgbClr val="002060"/>
                </a:solidFill>
                <a:latin typeface="Helvetica Neue"/>
              </a:rPr>
              <a:t>Broadcasting Examples</a:t>
            </a:r>
          </a:p>
          <a:p>
            <a:pPr marL="228600" indent="0">
              <a:buNone/>
            </a:pPr>
            <a:r>
              <a:rPr lang="en-US" sz="1050" b="0" i="1" dirty="0">
                <a:solidFill>
                  <a:srgbClr val="1F3864"/>
                </a:solidFill>
                <a:latin typeface="Consolas"/>
              </a:rPr>
              <a:t>a = torch.ones(3, 4)   # shape (3,4)</a:t>
            </a:r>
          </a:p>
          <a:p>
            <a:pPr marL="228600" indent="0">
              <a:buNone/>
            </a:pPr>
            <a:r>
              <a:rPr lang="en-US" sz="1050" b="0" i="1" dirty="0">
                <a:solidFill>
                  <a:srgbClr val="1F3864"/>
                </a:solidFill>
                <a:latin typeface="Consolas"/>
              </a:rPr>
              <a:t>b = torch.ones(4)      # shape (4,)  -&gt; treated as (1,4)</a:t>
            </a:r>
          </a:p>
          <a:p>
            <a:pPr marL="228600" indent="0">
              <a:buNone/>
            </a:pPr>
            <a:r>
              <a:rPr lang="en-US" sz="1050" b="0" i="1" dirty="0">
                <a:solidFill>
                  <a:srgbClr val="1F3864"/>
                </a:solidFill>
                <a:latin typeface="Consolas"/>
              </a:rPr>
              <a:t>c = a + b              # shape (3,4)  -- b broadcast over rows</a:t>
            </a:r>
          </a:p>
          <a:p>
            <a:pPr marL="0" indent="0">
              <a:buNone/>
            </a:pPr>
            <a:endParaRPr lang="en-US" sz="600" dirty="0"/>
          </a:p>
          <a:p>
            <a:pPr marL="228600" indent="0">
              <a:buNone/>
            </a:pPr>
            <a:r>
              <a:rPr lang="en-US" sz="1050" b="0" i="1" dirty="0">
                <a:solidFill>
                  <a:srgbClr val="1F3864"/>
                </a:solidFill>
                <a:latin typeface="Consolas"/>
              </a:rPr>
              <a:t>img   = torch.randn(8, 3, 224, 224)  # NCHW</a:t>
            </a:r>
          </a:p>
          <a:p>
            <a:pPr marL="228600" indent="0">
              <a:buNone/>
            </a:pPr>
            <a:r>
              <a:rPr lang="en-US" sz="1050" b="0" i="1" dirty="0">
                <a:solidFill>
                  <a:srgbClr val="1F3864"/>
                </a:solidFill>
                <a:latin typeface="Consolas"/>
              </a:rPr>
              <a:t>mean  = torch.tensor([0.485, 0.456, 0.406])</a:t>
            </a:r>
          </a:p>
          <a:p>
            <a:pPr marL="228600" indent="0">
              <a:buNone/>
            </a:pPr>
            <a:r>
              <a:rPr lang="en-US" sz="1050" b="0" i="1" dirty="0">
                <a:solidFill>
                  <a:srgbClr val="1F3864"/>
                </a:solidFill>
                <a:latin typeface="Consolas"/>
              </a:rPr>
              <a:t>mean  = mean.view(1, 3, 1, 1)         # reshape for broadcast</a:t>
            </a:r>
          </a:p>
          <a:p>
            <a:pPr marL="228600" indent="0">
              <a:buNone/>
            </a:pPr>
            <a:r>
              <a:rPr lang="en-US" sz="1050" b="0" i="1" dirty="0">
                <a:solidFill>
                  <a:srgbClr val="1F3864"/>
                </a:solidFill>
                <a:latin typeface="Consolas"/>
              </a:rPr>
              <a:t>img   = img - mean                     # subtract per-channel mean</a:t>
            </a:r>
          </a:p>
          <a:p>
            <a:pPr marL="0" indent="0">
              <a:buNone/>
            </a:pPr>
            <a:endParaRPr lang="en-US" sz="600" dirty="0"/>
          </a:p>
          <a:p>
            <a:pPr marL="0" indent="0">
              <a:buNone/>
            </a:pPr>
            <a:r>
              <a:rPr lang="en-US" sz="1400" b="1" dirty="0">
                <a:solidFill>
                  <a:srgbClr val="002060"/>
                </a:solidFill>
                <a:latin typeface="Helvetica Neue"/>
              </a:rPr>
              <a:t>Common Broadcasting Mistake</a:t>
            </a:r>
          </a:p>
          <a:p>
            <a:pPr marL="285750" indent="-285750">
              <a:buFont typeface="Arial"/>
              <a:buChar char="▸"/>
            </a:pPr>
            <a:r>
              <a:rPr lang="en-US" sz="1250" b="0" dirty="0">
                <a:solidFill>
                  <a:srgbClr val="000000"/>
                </a:solidFill>
                <a:latin typeface="Helvetica Neue"/>
              </a:rPr>
              <a:t>Adding (4,) to (3,4) works. Adding (3,) to (3,4) does NOT work because 3 != 4.</a:t>
            </a:r>
          </a:p>
          <a:p>
            <a:pPr marL="285750" indent="-285750">
              <a:buFont typeface="Arial"/>
              <a:buChar char="▸"/>
            </a:pPr>
            <a:r>
              <a:rPr lang="en-US" sz="1250" b="0" dirty="0">
                <a:solidFill>
                  <a:srgbClr val="000000"/>
                </a:solidFill>
                <a:latin typeface="Helvetica Neue"/>
              </a:rPr>
              <a:t>Always reshape to add trailing dimensions: b.unsqueeze(-1) for (3,1) instead of (3,)</a:t>
            </a:r>
          </a:p>
        </p:txBody>
      </p:sp>
      <p:sp>
        <p:nvSpPr>
          <p:cNvPr id="11" name="R"/>
          <p:cNvSpPr txBox="1"/>
          <p:nvPr/>
        </p:nvSpPr>
        <p:spPr>
          <a:xfrm>
            <a:off x="4651700" y="676661"/>
            <a:ext cx="4180600" cy="4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2500" lnSpcReduction="20000"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002060"/>
                </a:solidFill>
                <a:latin typeface="Helvetica Neue"/>
              </a:rPr>
              <a:t>Aggregation and Reduction</a:t>
            </a:r>
          </a:p>
          <a:p>
            <a:pPr marL="228600" indent="0">
              <a:buNone/>
            </a:pPr>
            <a:r>
              <a:rPr lang="en-US" sz="1050" b="0" i="1" dirty="0">
                <a:solidFill>
                  <a:srgbClr val="1F3864"/>
                </a:solidFill>
                <a:latin typeface="Consolas"/>
              </a:rPr>
              <a:t>x = torch.randn(4, 5)</a:t>
            </a:r>
          </a:p>
          <a:p>
            <a:pPr marL="228600" indent="0">
              <a:buNone/>
            </a:pPr>
            <a:r>
              <a:rPr lang="en-US" sz="1050" b="0" i="1" dirty="0">
                <a:solidFill>
                  <a:srgbClr val="1F3864"/>
                </a:solidFill>
                <a:latin typeface="Consolas"/>
              </a:rPr>
              <a:t>x.sum()        # scalar: sum all elements</a:t>
            </a:r>
          </a:p>
          <a:p>
            <a:pPr marL="228600" indent="0">
              <a:buNone/>
            </a:pPr>
            <a:r>
              <a:rPr lang="en-US" sz="1050" b="0" i="1" dirty="0">
                <a:solidFill>
                  <a:srgbClr val="1F3864"/>
                </a:solidFill>
                <a:latin typeface="Consolas"/>
              </a:rPr>
              <a:t>x.sum(dim=0)   # shape (5,): sum over rows</a:t>
            </a:r>
          </a:p>
          <a:p>
            <a:pPr marL="228600" indent="0">
              <a:buNone/>
            </a:pPr>
            <a:r>
              <a:rPr lang="en-US" sz="1050" b="0" i="1" dirty="0">
                <a:solidFill>
                  <a:srgbClr val="1F3864"/>
                </a:solidFill>
                <a:latin typeface="Consolas"/>
              </a:rPr>
              <a:t>x.sum(dim=1)   # shape (4,): sum over columns</a:t>
            </a:r>
          </a:p>
          <a:p>
            <a:pPr marL="228600" indent="0">
              <a:buNone/>
            </a:pPr>
            <a:r>
              <a:rPr lang="en-US" sz="1050" b="0" i="1" dirty="0">
                <a:solidFill>
                  <a:srgbClr val="1F3864"/>
                </a:solidFill>
                <a:latin typeface="Consolas"/>
              </a:rPr>
              <a:t>x.mean(dim=-1) # shape (4,): mean over last dim</a:t>
            </a:r>
          </a:p>
          <a:p>
            <a:pPr marL="228600" indent="0">
              <a:buNone/>
            </a:pPr>
            <a:r>
              <a:rPr lang="en-US" sz="1050" b="0" i="1" dirty="0">
                <a:solidFill>
                  <a:srgbClr val="1F3864"/>
                </a:solidFill>
                <a:latin typeface="Consolas"/>
              </a:rPr>
              <a:t>x.max(dim=0)   # returns values AND indices</a:t>
            </a:r>
          </a:p>
          <a:p>
            <a:pPr marL="0" indent="0">
              <a:buNone/>
            </a:pPr>
            <a:endParaRPr lang="en-US" sz="600" dirty="0"/>
          </a:p>
          <a:p>
            <a:pPr marL="0" indent="0">
              <a:buNone/>
            </a:pPr>
            <a:r>
              <a:rPr lang="en-US" sz="1400" b="1" dirty="0">
                <a:solidFill>
                  <a:srgbClr val="002060"/>
                </a:solidFill>
                <a:latin typeface="Helvetica Neue"/>
              </a:rPr>
              <a:t>In-place Operations (use carefully)</a:t>
            </a:r>
          </a:p>
          <a:p>
            <a:pPr marL="285750" indent="-285750">
              <a:buFont typeface="Arial"/>
              <a:buChar char="▸"/>
            </a:pPr>
            <a:r>
              <a:rPr lang="en-US" sz="1250" b="0" dirty="0">
                <a:solidFill>
                  <a:srgbClr val="000000"/>
                </a:solidFill>
                <a:latin typeface="Helvetica Neue"/>
              </a:rPr>
              <a:t>x.add_(y): in-place add — modifies x directly, saves memory</a:t>
            </a:r>
          </a:p>
          <a:p>
            <a:pPr marL="285750" indent="-285750">
              <a:buFont typeface="Arial"/>
              <a:buChar char="▸"/>
            </a:pPr>
            <a:r>
              <a:rPr lang="en-US" sz="1250" b="0" dirty="0">
                <a:solidFill>
                  <a:srgbClr val="000000"/>
                </a:solidFill>
                <a:latin typeface="Helvetica Neue"/>
              </a:rPr>
              <a:t>x.mul_(2.0): in-place multiply</a:t>
            </a:r>
          </a:p>
          <a:p>
            <a:pPr marL="285750" indent="-285750">
              <a:buFont typeface="Arial"/>
              <a:buChar char="▸"/>
            </a:pPr>
            <a:r>
              <a:rPr lang="en-US" sz="1250" b="0" dirty="0">
                <a:solidFill>
                  <a:srgbClr val="000000"/>
                </a:solidFill>
                <a:latin typeface="Helvetica Neue"/>
              </a:rPr>
              <a:t>In-place ops on tensors with requires_grad=True will raise an error</a:t>
            </a:r>
          </a:p>
          <a:p>
            <a:pPr marL="285750" indent="-285750">
              <a:buFont typeface="Arial"/>
              <a:buChar char="▸"/>
            </a:pPr>
            <a:r>
              <a:rPr lang="en-US" sz="1250" b="0" dirty="0">
                <a:solidFill>
                  <a:srgbClr val="000000"/>
                </a:solidFill>
                <a:latin typeface="Helvetica Neue"/>
              </a:rPr>
              <a:t>Rule: never use in-place on tensors that participate in autograd graph</a:t>
            </a:r>
          </a:p>
          <a:p>
            <a:pPr marL="0" indent="0">
              <a:buNone/>
            </a:pPr>
            <a:endParaRPr lang="en-US" sz="600" dirty="0"/>
          </a:p>
          <a:p>
            <a:pPr marL="0" indent="0">
              <a:buNone/>
            </a:pPr>
            <a:r>
              <a:rPr lang="en-US" sz="1400" b="1" dirty="0">
                <a:solidFill>
                  <a:srgbClr val="002060"/>
                </a:solidFill>
                <a:latin typeface="Helvetica Neue"/>
              </a:rPr>
              <a:t>NumPy Interop</a:t>
            </a:r>
          </a:p>
          <a:p>
            <a:pPr marL="228600" indent="0">
              <a:buNone/>
            </a:pPr>
            <a:r>
              <a:rPr lang="en-US" sz="1050" b="0" i="1" dirty="0">
                <a:solidFill>
                  <a:srgbClr val="1F3864"/>
                </a:solidFill>
                <a:latin typeface="Consolas"/>
              </a:rPr>
              <a:t>import numpy as np</a:t>
            </a:r>
          </a:p>
          <a:p>
            <a:pPr marL="228600" indent="0">
              <a:buNone/>
            </a:pPr>
            <a:r>
              <a:rPr lang="en-US" sz="1050" b="0" i="1" dirty="0">
                <a:solidFill>
                  <a:srgbClr val="1F3864"/>
                </a:solidFill>
                <a:latin typeface="Consolas"/>
              </a:rPr>
              <a:t>np_arr = np.array([1.0, 2.0, 3.0])</a:t>
            </a:r>
          </a:p>
          <a:p>
            <a:pPr marL="228600" indent="0">
              <a:buNone/>
            </a:pPr>
            <a:r>
              <a:rPr lang="en-US" sz="1050" b="0" i="1" dirty="0">
                <a:solidFill>
                  <a:srgbClr val="1F3864"/>
                </a:solidFill>
                <a:latin typeface="Consolas"/>
              </a:rPr>
              <a:t>t = torch.from_numpy(np_arr)  # zero-copy, shares memory!</a:t>
            </a:r>
          </a:p>
          <a:p>
            <a:pPr marL="228600" indent="0">
              <a:buNone/>
            </a:pPr>
            <a:r>
              <a:rPr lang="en-US" sz="1050" b="0" i="1" dirty="0">
                <a:solidFill>
                  <a:srgbClr val="1F3864"/>
                </a:solidFill>
                <a:latin typeface="Consolas"/>
              </a:rPr>
              <a:t>back = t.numpy()              # zero-copy back to NumPy</a:t>
            </a:r>
          </a:p>
          <a:p>
            <a:pPr marL="285750" indent="-285750">
              <a:buFont typeface="Arial"/>
              <a:buChar char="▸"/>
            </a:pPr>
            <a:r>
              <a:rPr lang="en-US" sz="1250" b="0" dirty="0">
                <a:solidFill>
                  <a:srgbClr val="000000"/>
                </a:solidFill>
                <a:latin typeface="Helvetica Neue"/>
              </a:rPr>
              <a:t>Shared memory: modifying np_arr modifies t and vice versa</a:t>
            </a:r>
          </a:p>
          <a:p>
            <a:pPr marL="285750" indent="-285750">
              <a:buFont typeface="Arial"/>
              <a:buChar char="▸"/>
            </a:pPr>
            <a:r>
              <a:rPr lang="en-US" sz="1250" b="0" dirty="0">
                <a:solidFill>
                  <a:srgbClr val="000000"/>
                </a:solidFill>
                <a:latin typeface="Helvetica Neue"/>
              </a:rPr>
              <a:t>Only works for CPU tensors — GPU tensors must .cpu() first</a:t>
            </a:r>
          </a:p>
        </p:txBody>
      </p:sp>
      <p:sp>
        <p:nvSpPr>
          <p:cNvPr id="50" name="Ref"/>
          <p:cNvSpPr txBox="1"/>
          <p:nvPr/>
        </p:nvSpPr>
        <p:spPr>
          <a:xfrm>
            <a:off x="311700" y="4900000"/>
            <a:ext cx="8520600" cy="18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t" anchorCtr="0">
            <a:noAutofit/>
          </a:bodyPr>
          <a:lstStyle/>
          <a:p>
            <a:pPr marL="0" indent="0">
              <a:buNone/>
            </a:pPr>
            <a:r>
              <a:rPr lang="en-US" sz="900" i="1" dirty="0">
                <a:solidFill>
                  <a:srgbClr val="7F7F7F"/>
                </a:solidFill>
                <a:latin typeface="Helvetica Neue"/>
              </a:rPr>
              <a:t>Ref: PyTorch Broadcasting Semantics (pytorch.org/docs/stable/notes/broadcasting.html)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G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1"/>
          <p:cNvSpPr/>
          <p:nvPr/>
        </p:nvSpPr>
        <p:spPr>
          <a:xfrm>
            <a:off x="0" y="0"/>
            <a:ext cx="9144000" cy="210172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rtlCol="0" anchor="ctr"/>
          <a:lstStyle/>
          <a:p>
            <a:endParaRPr lang="en-US" sz="1200" dirty="0"/>
          </a:p>
        </p:txBody>
      </p:sp>
      <p:sp>
        <p:nvSpPr>
          <p:cNvPr id="3" name="R2"/>
          <p:cNvSpPr/>
          <p:nvPr/>
        </p:nvSpPr>
        <p:spPr>
          <a:xfrm>
            <a:off x="0" y="5103529"/>
            <a:ext cx="9144000" cy="67092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rtlCol="0" anchor="ctr"/>
          <a:lstStyle/>
          <a:p>
            <a:endParaRPr lang="en-US" sz="500" dirty="0"/>
          </a:p>
        </p:txBody>
      </p:sp>
      <p:sp>
        <p:nvSpPr>
          <p:cNvPr id="100" name="Ttl"/>
          <p:cNvSpPr txBox="1">
            <a:spLocks noGrp="1"/>
          </p:cNvSpPr>
          <p:nvPr>
            <p:ph type="title"/>
          </p:nvPr>
        </p:nvSpPr>
        <p:spPr>
          <a:xfrm>
            <a:off x="311700" y="207100"/>
            <a:ext cx="8520600" cy="555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 algn="l"/>
            <a:r>
              <a:rPr lang="en-US" sz="2000" b="1" dirty="0">
                <a:solidFill>
                  <a:schemeClr val="tx1"/>
                </a:solidFill>
              </a:rPr>
              <a:t>Autograd: Automatic Differentiation: How PyTorch Learns</a:t>
            </a:r>
          </a:p>
        </p:txBody>
      </p:sp>
      <p:sp>
        <p:nvSpPr>
          <p:cNvPr id="10" name="Body"/>
          <p:cNvSpPr txBox="1"/>
          <p:nvPr/>
        </p:nvSpPr>
        <p:spPr>
          <a:xfrm>
            <a:off x="311700" y="762400"/>
            <a:ext cx="8520600" cy="431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2500" lnSpcReduction="20000"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002060"/>
                </a:solidFill>
                <a:latin typeface="Helvetica Neue"/>
              </a:rPr>
              <a:t>The Central Problem: How Does a Neural Network Know Which Direction to Move?</a:t>
            </a:r>
          </a:p>
          <a:p>
            <a:pPr marL="285750" indent="-285750">
              <a:buFont typeface="Arial"/>
              <a:buChar char="▸"/>
            </a:pPr>
            <a:r>
              <a:rPr lang="en-US" sz="1250" b="0" dirty="0">
                <a:solidFill>
                  <a:srgbClr val="000000"/>
                </a:solidFill>
                <a:latin typeface="Helvetica Neue"/>
              </a:rPr>
              <a:t>Training a neural network = minimising a loss function L(w) by adjusting weights w</a:t>
            </a:r>
          </a:p>
          <a:p>
            <a:pPr marL="285750" indent="-285750">
              <a:buFont typeface="Arial"/>
              <a:buChar char="▸"/>
            </a:pPr>
            <a:r>
              <a:rPr lang="en-US" sz="1250" b="0" dirty="0">
                <a:solidFill>
                  <a:srgbClr val="000000"/>
                </a:solidFill>
                <a:latin typeface="Helvetica Neue"/>
              </a:rPr>
              <a:t>Gradient descent requires dL/dw — the derivative of loss with respect to every weight</a:t>
            </a:r>
          </a:p>
          <a:p>
            <a:pPr marL="285750" indent="-285750">
              <a:buFont typeface="Arial"/>
              <a:buChar char="▸"/>
            </a:pPr>
            <a:r>
              <a:rPr lang="en-US" sz="1250" b="0" dirty="0">
                <a:solidFill>
                  <a:srgbClr val="000000"/>
                </a:solidFill>
                <a:latin typeface="Helvetica Neue"/>
              </a:rPr>
              <a:t>A large model has billions of weights. Computing dL/dw for each by hand is impossible.</a:t>
            </a:r>
          </a:p>
          <a:p>
            <a:pPr marL="285750" indent="-285750">
              <a:buFont typeface="Arial"/>
              <a:buChar char="▸"/>
            </a:pPr>
            <a:r>
              <a:rPr lang="en-US" sz="1250" b="0" dirty="0">
                <a:solidFill>
                  <a:srgbClr val="000000"/>
                </a:solidFill>
                <a:latin typeface="Helvetica Neue"/>
              </a:rPr>
              <a:t>PyTorch's autograd computes all gradients automatically using the chain rule — without any symbolic maths library</a:t>
            </a:r>
          </a:p>
          <a:p>
            <a:pPr marL="0" indent="0">
              <a:buNone/>
            </a:pPr>
            <a:endParaRPr lang="en-US" sz="600" dirty="0"/>
          </a:p>
          <a:p>
            <a:pPr marL="0" indent="0">
              <a:buNone/>
            </a:pPr>
            <a:r>
              <a:rPr lang="en-US" sz="1400" b="1" dirty="0">
                <a:solidFill>
                  <a:srgbClr val="002060"/>
                </a:solidFill>
                <a:latin typeface="Helvetica Neue"/>
              </a:rPr>
              <a:t>How Autograd Works: The Computational Graph</a:t>
            </a:r>
          </a:p>
          <a:p>
            <a:pPr marL="285750" indent="-285750">
              <a:buFont typeface="Arial"/>
              <a:buChar char="▸"/>
            </a:pPr>
            <a:r>
              <a:rPr lang="en-US" sz="1250" b="0" dirty="0">
                <a:solidFill>
                  <a:srgbClr val="000000"/>
                </a:solidFill>
                <a:latin typeface="Helvetica Neue"/>
              </a:rPr>
              <a:t>Every tensor operation creates a node in a directed acyclic graph (DAG)</a:t>
            </a:r>
          </a:p>
          <a:p>
            <a:pPr marL="285750" indent="-285750">
              <a:buFont typeface="Arial"/>
              <a:buChar char="▸"/>
            </a:pPr>
            <a:r>
              <a:rPr lang="en-US" sz="1250" b="0" dirty="0">
                <a:solidFill>
                  <a:srgbClr val="000000"/>
                </a:solidFill>
                <a:latin typeface="Helvetica Neue"/>
              </a:rPr>
              <a:t>The DAG records: what operation was performed, and which tensors were inputs</a:t>
            </a:r>
          </a:p>
          <a:p>
            <a:pPr marL="285750" indent="-285750">
              <a:buFont typeface="Arial"/>
              <a:buChar char="▸"/>
            </a:pPr>
            <a:r>
              <a:rPr lang="en-US" sz="1250" b="0" dirty="0">
                <a:solidFill>
                  <a:srgbClr val="000000"/>
                </a:solidFill>
                <a:latin typeface="Helvetica Neue"/>
              </a:rPr>
              <a:t>Forward pass: compute outputs and build the graph simultaneously</a:t>
            </a:r>
          </a:p>
          <a:p>
            <a:pPr marL="285750" indent="-285750">
              <a:buFont typeface="Arial"/>
              <a:buChar char="▸"/>
            </a:pPr>
            <a:r>
              <a:rPr lang="en-US" sz="1250" b="0" dirty="0">
                <a:solidFill>
                  <a:srgbClr val="000000"/>
                </a:solidFill>
                <a:latin typeface="Helvetica Neue"/>
              </a:rPr>
              <a:t>Backward pass: .backward() traverses the graph in reverse, applying chain rule at each node</a:t>
            </a:r>
          </a:p>
          <a:p>
            <a:pPr marL="285750" indent="-285750">
              <a:buFont typeface="Arial"/>
              <a:buChar char="▸"/>
            </a:pPr>
            <a:r>
              <a:rPr lang="en-US" sz="1250" b="0" dirty="0">
                <a:solidFill>
                  <a:srgbClr val="000000"/>
                </a:solidFill>
                <a:latin typeface="Helvetica Neue"/>
              </a:rPr>
              <a:t>Leaf tensors: tensors you created directly (model weights, input data) — they have .grad</a:t>
            </a:r>
          </a:p>
          <a:p>
            <a:pPr marL="285750" indent="-285750">
              <a:buFont typeface="Arial"/>
              <a:buChar char="▸"/>
            </a:pPr>
            <a:r>
              <a:rPr lang="en-US" sz="1250" b="0" dirty="0">
                <a:solidFill>
                  <a:srgbClr val="000000"/>
                </a:solidFill>
                <a:latin typeface="Helvetica Neue"/>
              </a:rPr>
              <a:t>Non-leaf tensors: results of operations — they do not retain .grad by default (saves memory)</a:t>
            </a:r>
          </a:p>
          <a:p>
            <a:pPr marL="0" indent="0">
              <a:buNone/>
            </a:pPr>
            <a:endParaRPr lang="en-US" sz="600" dirty="0"/>
          </a:p>
          <a:p>
            <a:pPr marL="0" indent="0">
              <a:buNone/>
            </a:pPr>
            <a:r>
              <a:rPr lang="en-US" sz="1400" b="1" dirty="0">
                <a:solidFill>
                  <a:srgbClr val="002060"/>
                </a:solidFill>
                <a:latin typeface="Helvetica Neue"/>
              </a:rPr>
              <a:t>Triggering Gradient Computation</a:t>
            </a:r>
          </a:p>
          <a:p>
            <a:pPr marL="228600" indent="0">
              <a:buNone/>
            </a:pPr>
            <a:r>
              <a:rPr lang="en-US" sz="1050" b="0" i="1" dirty="0">
                <a:solidFill>
                  <a:srgbClr val="1F3864"/>
                </a:solidFill>
                <a:latin typeface="Consolas"/>
              </a:rPr>
              <a:t>w = torch.tensor(2.0, requires_grad=True)   # tell PyTorch to track this</a:t>
            </a:r>
          </a:p>
          <a:p>
            <a:pPr marL="228600" indent="0">
              <a:buNone/>
            </a:pPr>
            <a:r>
              <a:rPr lang="en-US" sz="1050" b="0" i="1" dirty="0">
                <a:solidFill>
                  <a:srgbClr val="1F3864"/>
                </a:solidFill>
                <a:latin typeface="Consolas"/>
              </a:rPr>
              <a:t>x = torch.tensor(3.0)                       # input — not tracked</a:t>
            </a:r>
          </a:p>
          <a:p>
            <a:pPr marL="228600" indent="0">
              <a:buNone/>
            </a:pPr>
            <a:r>
              <a:rPr lang="en-US" sz="1050" b="0" i="1" dirty="0">
                <a:solidFill>
                  <a:srgbClr val="1F3864"/>
                </a:solidFill>
                <a:latin typeface="Consolas"/>
              </a:rPr>
              <a:t>y = w * x + w**2                            # graph is built here</a:t>
            </a:r>
          </a:p>
          <a:p>
            <a:pPr marL="228600" indent="0">
              <a:buNone/>
            </a:pPr>
            <a:r>
              <a:rPr lang="en-US" sz="1050" b="0" i="1" dirty="0">
                <a:solidFill>
                  <a:srgbClr val="1F3864"/>
                </a:solidFill>
                <a:latin typeface="Consolas"/>
              </a:rPr>
              <a:t>L = y.sum()                                 # loss must be a scalar</a:t>
            </a:r>
          </a:p>
          <a:p>
            <a:pPr marL="228600" indent="0">
              <a:buNone/>
            </a:pPr>
            <a:r>
              <a:rPr lang="en-US" sz="1050" b="0" i="1" dirty="0">
                <a:solidFill>
                  <a:srgbClr val="1F3864"/>
                </a:solidFill>
                <a:latin typeface="Consolas"/>
              </a:rPr>
              <a:t>L.backward()                                # compute dL/dw</a:t>
            </a:r>
          </a:p>
          <a:p>
            <a:pPr marL="228600" indent="0">
              <a:buNone/>
            </a:pPr>
            <a:r>
              <a:rPr lang="en-US" sz="1050" b="0" i="1" dirty="0">
                <a:solidFill>
                  <a:srgbClr val="1F3864"/>
                </a:solidFill>
                <a:latin typeface="Consolas"/>
              </a:rPr>
              <a:t>print(w.grad)                               # tensor(7.) = x + 2w = 3+4</a:t>
            </a:r>
          </a:p>
          <a:p>
            <a:pPr marL="0" indent="0">
              <a:buNone/>
            </a:pPr>
            <a:endParaRPr lang="en-US" sz="600" dirty="0"/>
          </a:p>
          <a:p>
            <a:pPr marL="0" indent="0">
              <a:buNone/>
            </a:pPr>
            <a:r>
              <a:rPr lang="en-US" sz="1400" b="1" dirty="0">
                <a:solidFill>
                  <a:srgbClr val="002060"/>
                </a:solidFill>
                <a:latin typeface="Helvetica Neue"/>
              </a:rPr>
              <a:t>Gradient Flow Rules</a:t>
            </a:r>
          </a:p>
          <a:p>
            <a:pPr marL="285750" indent="-285750">
              <a:buFont typeface="Arial"/>
              <a:buChar char="▸"/>
            </a:pPr>
            <a:r>
              <a:rPr lang="en-US" sz="1250" b="0" dirty="0">
                <a:solidFill>
                  <a:srgbClr val="000000"/>
                </a:solidFill>
                <a:latin typeface="Helvetica Neue"/>
              </a:rPr>
              <a:t>requires_grad=True: leaf tensor participates in gradient computation</a:t>
            </a:r>
          </a:p>
          <a:p>
            <a:pPr marL="285750" indent="-285750">
              <a:buFont typeface="Arial"/>
              <a:buChar char="▸"/>
            </a:pPr>
            <a:r>
              <a:rPr lang="en-US" sz="1250" b="0" dirty="0">
                <a:solidFill>
                  <a:srgbClr val="000000"/>
                </a:solidFill>
                <a:latin typeface="Helvetica Neue"/>
              </a:rPr>
              <a:t>Only float-dtype tensors can have requires_grad=True (not int or bool)</a:t>
            </a:r>
          </a:p>
          <a:p>
            <a:pPr marL="285750" indent="-285750">
              <a:buFont typeface="Arial"/>
              <a:buChar char="▸"/>
            </a:pPr>
            <a:r>
              <a:rPr lang="en-US" sz="1250" b="0" dirty="0">
                <a:solidFill>
                  <a:srgbClr val="000000"/>
                </a:solidFill>
                <a:latin typeface="Helvetica Neue"/>
              </a:rPr>
              <a:t>If any input of an operation has requires_grad=True, the output also does</a:t>
            </a:r>
          </a:p>
          <a:p>
            <a:pPr marL="285750" indent="-285750">
              <a:buFont typeface="Arial"/>
              <a:buChar char="▸"/>
            </a:pPr>
            <a:r>
              <a:rPr lang="en-US" sz="1250" b="0" dirty="0">
                <a:solidFill>
                  <a:srgbClr val="000000"/>
                </a:solidFill>
                <a:latin typeface="Helvetica Neue"/>
              </a:rPr>
              <a:t>torch.no_grad(): context manager that disables graph building — use during inference</a:t>
            </a:r>
          </a:p>
          <a:p>
            <a:pPr marL="285750" indent="-285750">
              <a:buFont typeface="Arial"/>
              <a:buChar char="▸"/>
            </a:pPr>
            <a:r>
              <a:rPr lang="en-US" sz="1250" b="0" dirty="0">
                <a:solidFill>
                  <a:srgbClr val="000000"/>
                </a:solidFill>
                <a:latin typeface="Helvetica Neue"/>
              </a:rPr>
              <a:t>tensor.detach(): returns new tensor sharing data but with no gradient history</a:t>
            </a:r>
          </a:p>
          <a:p>
            <a:pPr marL="0" indent="0">
              <a:buNone/>
            </a:pPr>
            <a:r>
              <a:rPr lang="en-US" sz="1100" b="0" i="1" dirty="0">
                <a:solidFill>
                  <a:srgbClr val="434343"/>
                </a:solidFill>
                <a:latin typeface="Helvetica Neue"/>
              </a:rPr>
              <a:t>Mental model: autograd is a tape recorder. Forward pass records ops. Backward replays in reverse.</a:t>
            </a:r>
          </a:p>
        </p:txBody>
      </p:sp>
      <p:sp>
        <p:nvSpPr>
          <p:cNvPr id="50" name="Ref"/>
          <p:cNvSpPr txBox="1"/>
          <p:nvPr/>
        </p:nvSpPr>
        <p:spPr>
          <a:xfrm>
            <a:off x="311700" y="4900000"/>
            <a:ext cx="8520600" cy="18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t" anchorCtr="0">
            <a:noAutofit/>
          </a:bodyPr>
          <a:lstStyle/>
          <a:p>
            <a:pPr marL="0" indent="0">
              <a:buNone/>
            </a:pPr>
            <a:r>
              <a:rPr lang="en-US" sz="900" i="1" dirty="0">
                <a:solidFill>
                  <a:srgbClr val="7F7F7F"/>
                </a:solidFill>
                <a:latin typeface="Helvetica Neue"/>
              </a:rPr>
              <a:t>Ref: Baydin et al., Automatic Differentiation in ML — A Survey, JMLR 2018; PyTorch Autograd Mechanics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G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1"/>
          <p:cNvSpPr/>
          <p:nvPr/>
        </p:nvSpPr>
        <p:spPr>
          <a:xfrm>
            <a:off x="0" y="0"/>
            <a:ext cx="9144000" cy="210172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rtlCol="0" anchor="ctr"/>
          <a:lstStyle/>
          <a:p>
            <a:endParaRPr lang="en-US" sz="1200" dirty="0"/>
          </a:p>
        </p:txBody>
      </p:sp>
      <p:sp>
        <p:nvSpPr>
          <p:cNvPr id="3" name="R2"/>
          <p:cNvSpPr/>
          <p:nvPr/>
        </p:nvSpPr>
        <p:spPr>
          <a:xfrm>
            <a:off x="0" y="5103529"/>
            <a:ext cx="9144000" cy="67092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rtlCol="0" anchor="ctr"/>
          <a:lstStyle/>
          <a:p>
            <a:endParaRPr lang="en-US" sz="500" dirty="0"/>
          </a:p>
        </p:txBody>
      </p:sp>
      <p:sp>
        <p:nvSpPr>
          <p:cNvPr id="100" name="Ttl"/>
          <p:cNvSpPr txBox="1">
            <a:spLocks noGrp="1"/>
          </p:cNvSpPr>
          <p:nvPr>
            <p:ph type="title"/>
          </p:nvPr>
        </p:nvSpPr>
        <p:spPr>
          <a:xfrm>
            <a:off x="311700" y="207100"/>
            <a:ext cx="8520600" cy="555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lvl="0" algn="l"/>
            <a:r>
              <a:rPr lang="en-US" b="1" dirty="0">
                <a:solidFill>
                  <a:schemeClr val="tx1"/>
                </a:solidFill>
              </a:rPr>
              <a:t>The Computational Graph in Detail</a:t>
            </a:r>
          </a:p>
        </p:txBody>
      </p:sp>
      <p:sp>
        <p:nvSpPr>
          <p:cNvPr id="10" name="L"/>
          <p:cNvSpPr txBox="1"/>
          <p:nvPr/>
        </p:nvSpPr>
        <p:spPr>
          <a:xfrm>
            <a:off x="311700" y="729436"/>
            <a:ext cx="4180000" cy="4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77500" lnSpcReduction="20000"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002060"/>
                </a:solidFill>
                <a:latin typeface="Helvetica Neue"/>
              </a:rPr>
              <a:t>Dynamic vs Static Graphs</a:t>
            </a:r>
          </a:p>
          <a:p>
            <a:pPr marL="285750" indent="-285750">
              <a:buFont typeface="Arial"/>
              <a:buChar char="▸"/>
            </a:pPr>
            <a:r>
              <a:rPr lang="en-US" sz="1250" b="0" dirty="0">
                <a:solidFill>
                  <a:srgbClr val="000000"/>
                </a:solidFill>
                <a:latin typeface="Helvetica Neue"/>
              </a:rPr>
              <a:t>TensorFlow 1.x / Theano: static graph — define the graph first, then run data through it</a:t>
            </a:r>
          </a:p>
          <a:p>
            <a:pPr marL="285750" indent="-285750">
              <a:buFont typeface="Arial"/>
              <a:buChar char="▸"/>
            </a:pPr>
            <a:r>
              <a:rPr lang="en-US" sz="1250" b="0" dirty="0">
                <a:solidFill>
                  <a:srgbClr val="000000"/>
                </a:solidFill>
                <a:latin typeface="Helvetica Neue"/>
              </a:rPr>
              <a:t>PyTorch: dynamic graph (define-by-run) — graph is built fresh every forward pass</a:t>
            </a:r>
          </a:p>
          <a:p>
            <a:pPr marL="285750" indent="-285750">
              <a:buFont typeface="Arial"/>
              <a:buChar char="▸"/>
            </a:pPr>
            <a:r>
              <a:rPr lang="en-US" sz="1250" b="0" dirty="0">
                <a:solidFill>
                  <a:srgbClr val="000000"/>
                </a:solidFill>
                <a:latin typeface="Helvetica Neue"/>
              </a:rPr>
              <a:t>Dynamic advantage: Python control flow (if, for, while) works naturally inside model</a:t>
            </a:r>
          </a:p>
          <a:p>
            <a:pPr marL="285750" indent="-285750">
              <a:buFont typeface="Arial"/>
              <a:buChar char="▸"/>
            </a:pPr>
            <a:r>
              <a:rPr lang="en-US" sz="1250" b="0" dirty="0">
                <a:solidFill>
                  <a:srgbClr val="000000"/>
                </a:solidFill>
                <a:latin typeface="Helvetica Neue"/>
              </a:rPr>
              <a:t>Dynamic advantage: easy debugging — use standard Python debugger, print statements</a:t>
            </a:r>
          </a:p>
          <a:p>
            <a:pPr marL="285750" indent="-285750">
              <a:buFont typeface="Arial"/>
              <a:buChar char="▸"/>
            </a:pPr>
            <a:r>
              <a:rPr lang="en-US" sz="1250" b="0" dirty="0">
                <a:solidFill>
                  <a:srgbClr val="000000"/>
                </a:solidFill>
                <a:latin typeface="Helvetica Neue"/>
              </a:rPr>
              <a:t>Dynamic advantage: variable-length sequences — graph shape changes with input length</a:t>
            </a:r>
          </a:p>
          <a:p>
            <a:pPr marL="0" indent="0">
              <a:buNone/>
            </a:pPr>
            <a:endParaRPr lang="en-US" sz="600" dirty="0"/>
          </a:p>
          <a:p>
            <a:pPr marL="0" indent="0">
              <a:buNone/>
            </a:pPr>
            <a:r>
              <a:rPr lang="en-US" sz="1400" b="1" dirty="0">
                <a:solidFill>
                  <a:srgbClr val="002060"/>
                </a:solidFill>
                <a:latin typeface="Helvetica Neue"/>
              </a:rPr>
              <a:t>Visualising the Computational Graph</a:t>
            </a:r>
          </a:p>
          <a:p>
            <a:pPr marL="228600" indent="0">
              <a:buNone/>
            </a:pPr>
            <a:r>
              <a:rPr lang="en-US" sz="1050" b="0" i="1" dirty="0">
                <a:solidFill>
                  <a:srgbClr val="1F3864"/>
                </a:solidFill>
                <a:latin typeface="Consolas"/>
              </a:rPr>
              <a:t>from torchviz import make_dot</a:t>
            </a:r>
          </a:p>
          <a:p>
            <a:pPr marL="228600" indent="0">
              <a:buNone/>
            </a:pPr>
            <a:r>
              <a:rPr lang="en-US" sz="1050" b="0" i="1" dirty="0">
                <a:solidFill>
                  <a:srgbClr val="1F3864"/>
                </a:solidFill>
                <a:latin typeface="Consolas"/>
              </a:rPr>
              <a:t>import torch</a:t>
            </a:r>
          </a:p>
          <a:p>
            <a:pPr marL="228600" indent="0">
              <a:buNone/>
            </a:pPr>
            <a:r>
              <a:rPr lang="en-US" sz="1050" b="0" i="1" dirty="0">
                <a:solidFill>
                  <a:srgbClr val="1F3864"/>
                </a:solidFill>
                <a:latin typeface="Consolas"/>
              </a:rPr>
              <a:t>x = torch.randn(4, requires_grad=True)</a:t>
            </a:r>
          </a:p>
          <a:p>
            <a:pPr marL="228600" indent="0">
              <a:buNone/>
            </a:pPr>
            <a:r>
              <a:rPr lang="en-US" sz="1050" b="0" i="1" dirty="0">
                <a:solidFill>
                  <a:srgbClr val="1F3864"/>
                </a:solidFill>
                <a:latin typeface="Consolas"/>
              </a:rPr>
              <a:t>W = torch.randn(3, 4, requires_grad=True)</a:t>
            </a:r>
          </a:p>
          <a:p>
            <a:pPr marL="228600" indent="0">
              <a:buNone/>
            </a:pPr>
            <a:r>
              <a:rPr lang="en-US" sz="1050" b="0" i="1" dirty="0">
                <a:solidFill>
                  <a:srgbClr val="1F3864"/>
                </a:solidFill>
                <a:latin typeface="Consolas"/>
              </a:rPr>
              <a:t>y = torch.relu(W @ x)</a:t>
            </a:r>
          </a:p>
          <a:p>
            <a:pPr marL="228600" indent="0">
              <a:buNone/>
            </a:pPr>
            <a:r>
              <a:rPr lang="en-US" sz="1050" b="0" i="1" dirty="0">
                <a:solidFill>
                  <a:srgbClr val="1F3864"/>
                </a:solidFill>
                <a:latin typeface="Consolas"/>
              </a:rPr>
              <a:t>L = y.sum()</a:t>
            </a:r>
          </a:p>
          <a:p>
            <a:pPr marL="228600" indent="0">
              <a:buNone/>
            </a:pPr>
            <a:r>
              <a:rPr lang="en-US" sz="1050" b="0" i="1" dirty="0">
                <a:solidFill>
                  <a:srgbClr val="1F3864"/>
                </a:solidFill>
                <a:latin typeface="Consolas"/>
              </a:rPr>
              <a:t>graph = make_dot(L, params={'W':W,'x':x})</a:t>
            </a:r>
          </a:p>
          <a:p>
            <a:pPr marL="228600" indent="0">
              <a:buNone/>
            </a:pPr>
            <a:r>
              <a:rPr lang="en-US" sz="1050" b="0" i="1" dirty="0">
                <a:solidFill>
                  <a:srgbClr val="1F3864"/>
                </a:solidFill>
                <a:latin typeface="Consolas"/>
              </a:rPr>
              <a:t>graph.render('computation_graph')  # creates PDF</a:t>
            </a:r>
          </a:p>
          <a:p>
            <a:pPr marL="0" indent="0">
              <a:buNone/>
            </a:pPr>
            <a:endParaRPr lang="en-US" sz="600" dirty="0"/>
          </a:p>
          <a:p>
            <a:pPr marL="0" indent="0">
              <a:buNone/>
            </a:pPr>
            <a:r>
              <a:rPr lang="en-US" sz="1400" b="1" dirty="0">
                <a:solidFill>
                  <a:srgbClr val="002060"/>
                </a:solidFill>
                <a:latin typeface="Helvetica Neue"/>
              </a:rPr>
              <a:t>Gradient Accumulation</a:t>
            </a:r>
          </a:p>
          <a:p>
            <a:pPr marL="285750" indent="-285750">
              <a:buFont typeface="Arial"/>
              <a:buChar char="▸"/>
            </a:pPr>
            <a:r>
              <a:rPr lang="en-US" sz="1250" b="0" dirty="0">
                <a:solidFill>
                  <a:srgbClr val="000000"/>
                </a:solidFill>
                <a:latin typeface="Helvetica Neue"/>
              </a:rPr>
              <a:t>Gradients accumulate in .grad — they are ADDED each time .backward() is called</a:t>
            </a:r>
          </a:p>
          <a:p>
            <a:pPr marL="285750" indent="-285750">
              <a:buFont typeface="Arial"/>
              <a:buChar char="▸"/>
            </a:pPr>
            <a:r>
              <a:rPr lang="en-US" sz="1250" b="0" dirty="0">
                <a:solidFill>
                  <a:srgbClr val="000000"/>
                </a:solidFill>
                <a:latin typeface="Helvetica Neue"/>
              </a:rPr>
              <a:t>Must call optimizer.zero_grad() before each step to clear previous gradients</a:t>
            </a:r>
          </a:p>
          <a:p>
            <a:pPr marL="285750" indent="-285750">
              <a:buFont typeface="Arial"/>
              <a:buChar char="▸"/>
            </a:pPr>
            <a:r>
              <a:rPr lang="en-US" sz="1250" b="0" dirty="0">
                <a:solidFill>
                  <a:srgbClr val="000000"/>
                </a:solidFill>
                <a:latin typeface="Helvetica Neue"/>
              </a:rPr>
              <a:t>Intentional accumulation: sum gradients over N mini-batches before stepping</a:t>
            </a:r>
          </a:p>
          <a:p>
            <a:pPr marL="285750" indent="-285750">
              <a:buFont typeface="Arial"/>
              <a:buChar char="▸"/>
            </a:pPr>
            <a:r>
              <a:rPr lang="en-US" sz="1250" b="0" dirty="0">
                <a:solidFill>
                  <a:srgbClr val="000000"/>
                </a:solidFill>
                <a:latin typeface="Helvetica Neue"/>
              </a:rPr>
              <a:t>This simulates a batch size N× larger without N× the GPU memory</a:t>
            </a:r>
          </a:p>
        </p:txBody>
      </p:sp>
      <p:sp>
        <p:nvSpPr>
          <p:cNvPr id="11" name="R"/>
          <p:cNvSpPr txBox="1"/>
          <p:nvPr/>
        </p:nvSpPr>
        <p:spPr>
          <a:xfrm>
            <a:off x="4651700" y="745918"/>
            <a:ext cx="4180600" cy="4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85000" lnSpcReduction="10000"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002060"/>
                </a:solidFill>
                <a:latin typeface="Helvetica Neue"/>
              </a:rPr>
              <a:t>torch.no_grad() vs detach()</a:t>
            </a:r>
          </a:p>
          <a:p>
            <a:pPr marL="228600" indent="0">
              <a:buNone/>
            </a:pPr>
            <a:r>
              <a:rPr lang="en-US" sz="1050" b="0" i="1" dirty="0">
                <a:solidFill>
                  <a:srgbClr val="1F3864"/>
                </a:solidFill>
                <a:latin typeface="Consolas"/>
              </a:rPr>
              <a:t># torch.no_grad(): block-level, no graph built</a:t>
            </a:r>
          </a:p>
          <a:p>
            <a:pPr marL="228600" indent="0">
              <a:buNone/>
            </a:pPr>
            <a:r>
              <a:rPr lang="en-US" sz="1050" b="0" i="1" dirty="0">
                <a:solidFill>
                  <a:srgbClr val="1F3864"/>
                </a:solidFill>
                <a:latin typeface="Consolas"/>
              </a:rPr>
              <a:t>with torch.no_grad():</a:t>
            </a:r>
          </a:p>
          <a:p>
            <a:pPr marL="228600" indent="0">
              <a:buNone/>
            </a:pPr>
            <a:r>
              <a:rPr lang="en-US" sz="1050" b="0" i="1" dirty="0">
                <a:solidFill>
                  <a:srgbClr val="1F3864"/>
                </a:solidFill>
                <a:latin typeface="Consolas"/>
              </a:rPr>
              <a:t>    y = model(x)   # fast, no grad tracking</a:t>
            </a:r>
          </a:p>
          <a:p>
            <a:pPr marL="228600" indent="0">
              <a:buNone/>
            </a:pPr>
            <a:r>
              <a:rPr lang="en-US" sz="1050" b="0" i="1" dirty="0">
                <a:solidFill>
                  <a:srgbClr val="1F3864"/>
                </a:solidFill>
                <a:latin typeface="Consolas"/>
              </a:rPr>
              <a:t>    # Use for evaluation and inference</a:t>
            </a:r>
          </a:p>
          <a:p>
            <a:pPr marL="0" indent="0">
              <a:buNone/>
            </a:pPr>
            <a:endParaRPr lang="en-US" sz="600" dirty="0"/>
          </a:p>
          <a:p>
            <a:pPr marL="228600" indent="0">
              <a:buNone/>
            </a:pPr>
            <a:r>
              <a:rPr lang="en-US" sz="1050" b="0" i="1" dirty="0">
                <a:solidFill>
                  <a:srgbClr val="1F3864"/>
                </a:solidFill>
                <a:latin typeface="Consolas"/>
              </a:rPr>
              <a:t># .detach(): tensor-level, break gradient flow</a:t>
            </a:r>
          </a:p>
          <a:p>
            <a:pPr marL="228600" indent="0">
              <a:buNone/>
            </a:pPr>
            <a:r>
              <a:rPr lang="en-US" sz="1050" b="0" i="1" dirty="0">
                <a:solidFill>
                  <a:srgbClr val="1F3864"/>
                </a:solidFill>
                <a:latin typeface="Consolas"/>
              </a:rPr>
              <a:t>z = encoder(x).detach()  # stop grads here</a:t>
            </a:r>
          </a:p>
          <a:p>
            <a:pPr marL="228600" indent="0">
              <a:buNone/>
            </a:pPr>
            <a:r>
              <a:rPr lang="en-US" sz="1050" b="0" i="1" dirty="0">
                <a:solidFill>
                  <a:srgbClr val="1F3864"/>
                </a:solidFill>
                <a:latin typeface="Consolas"/>
              </a:rPr>
              <a:t>out = decoder(z)         # decoder can still update</a:t>
            </a:r>
          </a:p>
          <a:p>
            <a:pPr marL="228600" indent="0">
              <a:buNone/>
            </a:pPr>
            <a:r>
              <a:rPr lang="en-US" sz="1050" b="0" i="1" dirty="0">
                <a:solidFill>
                  <a:srgbClr val="1F3864"/>
                </a:solidFill>
                <a:latin typeface="Consolas"/>
              </a:rPr>
              <a:t># Use for: fixing encoder weights, GAN tricks</a:t>
            </a:r>
          </a:p>
          <a:p>
            <a:pPr marL="0" indent="0">
              <a:buNone/>
            </a:pPr>
            <a:endParaRPr lang="en-US" sz="600" dirty="0"/>
          </a:p>
          <a:p>
            <a:pPr marL="0" indent="0">
              <a:buNone/>
            </a:pPr>
            <a:r>
              <a:rPr lang="en-US" sz="1400" b="1" dirty="0">
                <a:solidFill>
                  <a:srgbClr val="002060"/>
                </a:solidFill>
                <a:latin typeface="Helvetica Neue"/>
              </a:rPr>
              <a:t>retain_graph=True — Advanced</a:t>
            </a:r>
          </a:p>
          <a:p>
            <a:pPr marL="285750" indent="-285750">
              <a:buFont typeface="Arial"/>
              <a:buChar char="▸"/>
            </a:pPr>
            <a:r>
              <a:rPr lang="en-US" sz="1250" b="0" dirty="0">
                <a:solidFill>
                  <a:srgbClr val="000000"/>
                </a:solidFill>
                <a:latin typeface="Helvetica Neue"/>
              </a:rPr>
              <a:t>By default: graph is freed after .backward() — forward pass must be re-run</a:t>
            </a:r>
          </a:p>
          <a:p>
            <a:pPr marL="285750" indent="-285750">
              <a:buFont typeface="Arial"/>
              <a:buChar char="▸"/>
            </a:pPr>
            <a:r>
              <a:rPr lang="en-US" sz="1250" b="0" dirty="0">
                <a:solidFill>
                  <a:srgbClr val="000000"/>
                </a:solidFill>
                <a:latin typeface="Helvetica Neue"/>
              </a:rPr>
              <a:t>retain_graph=True: keeps the graph in memory — expensive but needed for:</a:t>
            </a:r>
          </a:p>
          <a:p>
            <a:pPr marL="285750" indent="-285750">
              <a:buFont typeface="Arial"/>
              <a:buChar char="▸"/>
            </a:pPr>
            <a:r>
              <a:rPr lang="en-US" sz="1250" b="0" dirty="0">
                <a:solidFill>
                  <a:srgbClr val="000000"/>
                </a:solidFill>
                <a:latin typeface="Helvetica Neue"/>
              </a:rPr>
              <a:t>  Multi-loss training: call .backward() on two losses using the same graph</a:t>
            </a:r>
          </a:p>
          <a:p>
            <a:pPr marL="285750" indent="-285750">
              <a:buFont typeface="Arial"/>
              <a:buChar char="▸"/>
            </a:pPr>
            <a:r>
              <a:rPr lang="en-US" sz="1250" b="0" dirty="0">
                <a:solidFill>
                  <a:srgbClr val="000000"/>
                </a:solidFill>
                <a:latin typeface="Helvetica Neue"/>
              </a:rPr>
              <a:t>  Higher-order gradients: computing gradients of gradients</a:t>
            </a:r>
          </a:p>
          <a:p>
            <a:pPr marL="0" indent="0">
              <a:buNone/>
            </a:pPr>
            <a:endParaRPr lang="en-US" sz="600" dirty="0"/>
          </a:p>
          <a:p>
            <a:pPr marL="0" indent="0">
              <a:buNone/>
            </a:pPr>
            <a:r>
              <a:rPr lang="en-US" sz="1400" b="1" dirty="0">
                <a:solidFill>
                  <a:srgbClr val="002060"/>
                </a:solidFill>
                <a:latin typeface="Helvetica Neue"/>
              </a:rPr>
              <a:t>Gradient of a Non-Scalar</a:t>
            </a:r>
          </a:p>
          <a:p>
            <a:pPr marL="285750" indent="-285750">
              <a:buFont typeface="Arial"/>
              <a:buChar char="▸"/>
            </a:pPr>
            <a:r>
              <a:rPr lang="en-US" sz="1250" b="0" dirty="0">
                <a:solidFill>
                  <a:srgbClr val="000000"/>
                </a:solidFill>
                <a:latin typeface="Helvetica Neue"/>
              </a:rPr>
              <a:t>If y is not a scalar, must pass a gradient argument: y.backward(torch.ones_like(y))</a:t>
            </a:r>
          </a:p>
          <a:p>
            <a:pPr marL="285750" indent="-285750">
              <a:buFont typeface="Arial"/>
              <a:buChar char="▸"/>
            </a:pPr>
            <a:r>
              <a:rPr lang="en-US" sz="1250" b="0" dirty="0">
                <a:solidFill>
                  <a:srgbClr val="000000"/>
                </a:solidFill>
                <a:latin typeface="Helvetica Neue"/>
              </a:rPr>
              <a:t>This computes the vector-Jacobian product: gradient * ones = sum of all gradient components</a:t>
            </a:r>
          </a:p>
          <a:p>
            <a:pPr marL="285750" indent="-285750">
              <a:buFont typeface="Arial"/>
              <a:buChar char="▸"/>
            </a:pPr>
            <a:r>
              <a:rPr lang="en-US" sz="1250" b="0" dirty="0">
                <a:solidFill>
                  <a:srgbClr val="000000"/>
                </a:solidFill>
                <a:latin typeface="Helvetica Neue"/>
              </a:rPr>
              <a:t>Equivalent to: y.sum().backward() — the standard trick for non-scalar losses</a:t>
            </a:r>
          </a:p>
          <a:p>
            <a:pPr marL="0" indent="0">
              <a:buNone/>
            </a:pPr>
            <a:r>
              <a:rPr lang="en-US" sz="1100" b="0" i="1" dirty="0">
                <a:solidFill>
                  <a:srgbClr val="434343"/>
                </a:solidFill>
                <a:latin typeface="Helvetica Neue"/>
              </a:rPr>
              <a:t>Rule: always reduce your loss to a scalar before calling .backward()</a:t>
            </a:r>
          </a:p>
        </p:txBody>
      </p:sp>
      <p:sp>
        <p:nvSpPr>
          <p:cNvPr id="50" name="Ref"/>
          <p:cNvSpPr txBox="1"/>
          <p:nvPr/>
        </p:nvSpPr>
        <p:spPr>
          <a:xfrm>
            <a:off x="311700" y="4900000"/>
            <a:ext cx="8520600" cy="18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t" anchorCtr="0">
            <a:noAutofit/>
          </a:bodyPr>
          <a:lstStyle/>
          <a:p>
            <a:pPr marL="0" indent="0">
              <a:buNone/>
            </a:pPr>
            <a:r>
              <a:rPr lang="en-US" sz="900" i="1" dirty="0">
                <a:solidFill>
                  <a:srgbClr val="7F7F7F"/>
                </a:solidFill>
                <a:latin typeface="Helvetica Neue"/>
              </a:rPr>
              <a:t>Ref: PyTorch Autograd Tutorial; Paszke et al., PyTorch: An Imperative Deep Learning Framework, NeurIPS 2019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G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1"/>
          <p:cNvSpPr/>
          <p:nvPr/>
        </p:nvSpPr>
        <p:spPr>
          <a:xfrm>
            <a:off x="0" y="0"/>
            <a:ext cx="9144000" cy="210172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rtlCol="0" anchor="ctr"/>
          <a:lstStyle/>
          <a:p>
            <a:endParaRPr lang="en-US" sz="1200" dirty="0"/>
          </a:p>
        </p:txBody>
      </p:sp>
      <p:sp>
        <p:nvSpPr>
          <p:cNvPr id="3" name="R2"/>
          <p:cNvSpPr/>
          <p:nvPr/>
        </p:nvSpPr>
        <p:spPr>
          <a:xfrm>
            <a:off x="0" y="5103529"/>
            <a:ext cx="9144000" cy="67092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rtlCol="0" anchor="ctr"/>
          <a:lstStyle/>
          <a:p>
            <a:endParaRPr lang="en-US" sz="500" dirty="0"/>
          </a:p>
        </p:txBody>
      </p:sp>
      <p:sp>
        <p:nvSpPr>
          <p:cNvPr id="100" name="Ttl"/>
          <p:cNvSpPr txBox="1">
            <a:spLocks noGrp="1"/>
          </p:cNvSpPr>
          <p:nvPr>
            <p:ph type="title"/>
          </p:nvPr>
        </p:nvSpPr>
        <p:spPr>
          <a:xfrm>
            <a:off x="311700" y="207100"/>
            <a:ext cx="8520600" cy="555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lvl="0" algn="l"/>
            <a:r>
              <a:rPr lang="en-US" b="1" dirty="0">
                <a:solidFill>
                  <a:schemeClr val="tx1"/>
                </a:solidFill>
              </a:rPr>
              <a:t>Segment 1 Summary: Tensors &amp; Autograd</a:t>
            </a:r>
          </a:p>
        </p:txBody>
      </p:sp>
      <p:sp>
        <p:nvSpPr>
          <p:cNvPr id="10" name="Body"/>
          <p:cNvSpPr txBox="1"/>
          <p:nvPr/>
        </p:nvSpPr>
        <p:spPr>
          <a:xfrm>
            <a:off x="311700" y="856537"/>
            <a:ext cx="8520600" cy="404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285750" indent="-285750">
              <a:buFont typeface="Arial"/>
              <a:buChar char="✓"/>
            </a:pPr>
            <a:r>
              <a:rPr lang="en-US" sz="1400" dirty="0">
                <a:solidFill>
                  <a:srgbClr val="000000"/>
                </a:solidFill>
                <a:latin typeface="Helvetica Neue"/>
              </a:rPr>
              <a:t>Tensors are N-dimensional arrays with dtype, shape, and device. Every operation — arithmetic, matmul, reshape — produces a new tensor. Broadcasting expands shapes automatically.</a:t>
            </a:r>
          </a:p>
          <a:p>
            <a:pPr marL="0" indent="0">
              <a:buNone/>
            </a:pPr>
            <a:endParaRPr lang="en-US" sz="600" dirty="0"/>
          </a:p>
          <a:p>
            <a:pPr marL="285750" indent="-285750">
              <a:buFont typeface="Arial"/>
              <a:buChar char="✓"/>
            </a:pPr>
            <a:r>
              <a:rPr lang="en-US" sz="1400" dirty="0">
                <a:solidFill>
                  <a:srgbClr val="000000"/>
                </a:solidFill>
                <a:latin typeface="Helvetica Neue"/>
              </a:rPr>
              <a:t>requires_grad=True tells PyTorch to track all operations on a tensor and build a computational graph. This graph records the full history of the forward pass.</a:t>
            </a:r>
          </a:p>
          <a:p>
            <a:pPr marL="0" indent="0">
              <a:buNone/>
            </a:pPr>
            <a:endParaRPr lang="en-US" sz="600" dirty="0"/>
          </a:p>
          <a:p>
            <a:pPr marL="285750" indent="-285750">
              <a:buFont typeface="Arial"/>
              <a:buChar char="✓"/>
            </a:pPr>
            <a:r>
              <a:rPr lang="en-US" sz="1400" dirty="0">
                <a:solidFill>
                  <a:srgbClr val="000000"/>
                </a:solidFill>
                <a:latin typeface="Helvetica Neue"/>
              </a:rPr>
              <a:t>Calling L.backward() on a scalar loss traverses the computational graph in reverse, computing dL/dw for every leaf tensor with requires_grad=True via the chain rule.</a:t>
            </a:r>
          </a:p>
          <a:p>
            <a:pPr marL="0" indent="0">
              <a:buNone/>
            </a:pPr>
            <a:endParaRPr lang="en-US" sz="600" dirty="0"/>
          </a:p>
          <a:p>
            <a:pPr marL="285750" indent="-285750">
              <a:buFont typeface="Arial"/>
              <a:buChar char="✓"/>
            </a:pPr>
            <a:r>
              <a:rPr lang="en-US" sz="1400" dirty="0">
                <a:solidFill>
                  <a:srgbClr val="000000"/>
                </a:solidFill>
                <a:latin typeface="Helvetica Neue"/>
              </a:rPr>
              <a:t>torch.no_grad() disables graph building during inference. optimizer.zero_grad() must be called every step to prevent gradient accumulation across iterations.</a:t>
            </a:r>
          </a:p>
          <a:p>
            <a:pPr marL="0" indent="0">
              <a:buNone/>
            </a:pPr>
            <a:endParaRPr lang="en-US" sz="600" dirty="0"/>
          </a:p>
          <a:p>
            <a:pPr marL="285750" indent="-285750">
              <a:buFont typeface="Arial"/>
              <a:buChar char="✓"/>
            </a:pPr>
            <a:r>
              <a:rPr lang="en-US" sz="1400" dirty="0">
                <a:solidFill>
                  <a:srgbClr val="000000"/>
                </a:solidFill>
                <a:latin typeface="Helvetica Neue"/>
              </a:rPr>
              <a:t>PyTorch uses a dynamic computational graph — the graph is rebuilt fresh each forward pass, enabling natural Python control flow and variable-length inputs.</a:t>
            </a:r>
          </a:p>
          <a:p>
            <a:pPr marL="0" indent="0">
              <a:buNone/>
            </a:pPr>
            <a:endParaRPr lang="en-US" sz="6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G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1"/>
          <p:cNvSpPr/>
          <p:nvPr/>
        </p:nvSpPr>
        <p:spPr>
          <a:xfrm>
            <a:off x="0" y="0"/>
            <a:ext cx="9144000" cy="210172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rtlCol="0" anchor="ctr"/>
          <a:lstStyle/>
          <a:p>
            <a:endParaRPr lang="en-US" sz="1200" dirty="0"/>
          </a:p>
        </p:txBody>
      </p:sp>
      <p:sp>
        <p:nvSpPr>
          <p:cNvPr id="3" name="R2"/>
          <p:cNvSpPr/>
          <p:nvPr/>
        </p:nvSpPr>
        <p:spPr>
          <a:xfrm>
            <a:off x="0" y="5103529"/>
            <a:ext cx="9144000" cy="67092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rtlCol="0" anchor="ctr"/>
          <a:lstStyle/>
          <a:p>
            <a:endParaRPr lang="en-US" sz="500" dirty="0"/>
          </a:p>
        </p:txBody>
      </p:sp>
      <p:sp>
        <p:nvSpPr>
          <p:cNvPr id="109" name="Ttl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 fontScale="9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100" b="1" dirty="0">
                <a:solidFill>
                  <a:schemeClr val="tx1"/>
                </a:solidFill>
              </a:rPr>
              <a:t>Segment 2: Building Neural Networks with nn.Module</a:t>
            </a:r>
          </a:p>
          <a:p>
            <a:pPr lvl="0"/>
            <a:r>
              <a:rPr lang="en-US" b="0" dirty="0">
                <a:solidFill>
                  <a:schemeClr val="tx1"/>
                </a:solidFill>
              </a:rPr>
              <a:t>From raw matrix multiplications to well-organised, inspectable, saveable neural network models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G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1"/>
          <p:cNvSpPr/>
          <p:nvPr/>
        </p:nvSpPr>
        <p:spPr>
          <a:xfrm>
            <a:off x="0" y="0"/>
            <a:ext cx="9144000" cy="210172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rtlCol="0" anchor="ctr"/>
          <a:lstStyle/>
          <a:p>
            <a:endParaRPr lang="en-US" sz="1200" dirty="0"/>
          </a:p>
        </p:txBody>
      </p:sp>
      <p:sp>
        <p:nvSpPr>
          <p:cNvPr id="3" name="R2"/>
          <p:cNvSpPr/>
          <p:nvPr/>
        </p:nvSpPr>
        <p:spPr>
          <a:xfrm>
            <a:off x="0" y="5103529"/>
            <a:ext cx="9144000" cy="67092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rtlCol="0" anchor="ctr"/>
          <a:lstStyle/>
          <a:p>
            <a:endParaRPr lang="en-US" sz="500" dirty="0"/>
          </a:p>
        </p:txBody>
      </p:sp>
      <p:sp>
        <p:nvSpPr>
          <p:cNvPr id="100" name="Ttl"/>
          <p:cNvSpPr txBox="1">
            <a:spLocks noGrp="1"/>
          </p:cNvSpPr>
          <p:nvPr>
            <p:ph type="title"/>
          </p:nvPr>
        </p:nvSpPr>
        <p:spPr>
          <a:xfrm>
            <a:off x="311700" y="207100"/>
            <a:ext cx="8520600" cy="555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lvl="0" algn="l"/>
            <a:r>
              <a:rPr lang="en-US" b="1" dirty="0">
                <a:solidFill>
                  <a:schemeClr val="tx1"/>
                </a:solidFill>
              </a:rPr>
              <a:t>Learning Objectives — Segment 2</a:t>
            </a:r>
          </a:p>
        </p:txBody>
      </p:sp>
      <p:sp>
        <p:nvSpPr>
          <p:cNvPr id="202" name="N1"/>
          <p:cNvSpPr txBox="1"/>
          <p:nvPr/>
        </p:nvSpPr>
        <p:spPr>
          <a:xfrm>
            <a:off x="366025" y="1149552"/>
            <a:ext cx="371100" cy="35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b="1" dirty="0">
                <a:solidFill>
                  <a:srgbClr val="002060"/>
                </a:solidFill>
                <a:latin typeface="Helvetica Neue"/>
              </a:rPr>
              <a:t>01</a:t>
            </a:r>
          </a:p>
        </p:txBody>
      </p:sp>
      <p:sp>
        <p:nvSpPr>
          <p:cNvPr id="203" name="T1"/>
          <p:cNvSpPr txBox="1"/>
          <p:nvPr/>
        </p:nvSpPr>
        <p:spPr>
          <a:xfrm>
            <a:off x="824742" y="1149552"/>
            <a:ext cx="8000000" cy="35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lvl="0"/>
            <a:r>
              <a:rPr lang="en-US" sz="1500" dirty="0">
                <a:solidFill>
                  <a:schemeClr val="tx1"/>
                </a:solidFill>
                <a:latin typeface="Helvetica Neue"/>
              </a:rPr>
              <a:t>Explain why torch.nn.Module is the fundamental building block and what it provides over raw tensor operations</a:t>
            </a:r>
          </a:p>
        </p:txBody>
      </p:sp>
      <p:sp>
        <p:nvSpPr>
          <p:cNvPr id="204" name="N2"/>
          <p:cNvSpPr txBox="1"/>
          <p:nvPr/>
        </p:nvSpPr>
        <p:spPr>
          <a:xfrm>
            <a:off x="366025" y="1590779"/>
            <a:ext cx="371100" cy="35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b="1" dirty="0">
                <a:solidFill>
                  <a:srgbClr val="002060"/>
                </a:solidFill>
                <a:latin typeface="Helvetica Neue"/>
              </a:rPr>
              <a:t>02</a:t>
            </a:r>
          </a:p>
        </p:txBody>
      </p:sp>
      <p:sp>
        <p:nvSpPr>
          <p:cNvPr id="205" name="T2"/>
          <p:cNvSpPr txBox="1"/>
          <p:nvPr/>
        </p:nvSpPr>
        <p:spPr>
          <a:xfrm>
            <a:off x="824742" y="1590779"/>
            <a:ext cx="8000000" cy="35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lvl="0"/>
            <a:r>
              <a:rPr lang="en-US" sz="1500" dirty="0">
                <a:solidFill>
                  <a:schemeClr val="tx1"/>
                </a:solidFill>
                <a:latin typeface="Helvetica Neue"/>
              </a:rPr>
              <a:t>Define a custom neural network by subclassing nn.Module and implementing __init__ and forward methods</a:t>
            </a:r>
          </a:p>
        </p:txBody>
      </p:sp>
      <p:sp>
        <p:nvSpPr>
          <p:cNvPr id="206" name="N3"/>
          <p:cNvSpPr txBox="1"/>
          <p:nvPr/>
        </p:nvSpPr>
        <p:spPr>
          <a:xfrm>
            <a:off x="366025" y="2032006"/>
            <a:ext cx="371100" cy="35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b="1" dirty="0">
                <a:solidFill>
                  <a:srgbClr val="002060"/>
                </a:solidFill>
                <a:latin typeface="Helvetica Neue"/>
              </a:rPr>
              <a:t>03</a:t>
            </a:r>
          </a:p>
        </p:txBody>
      </p:sp>
      <p:sp>
        <p:nvSpPr>
          <p:cNvPr id="207" name="T3"/>
          <p:cNvSpPr txBox="1"/>
          <p:nvPr/>
        </p:nvSpPr>
        <p:spPr>
          <a:xfrm>
            <a:off x="824742" y="2032006"/>
            <a:ext cx="8000000" cy="35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lvl="0"/>
            <a:r>
              <a:rPr lang="en-US" sz="1500" dirty="0">
                <a:solidFill>
                  <a:schemeClr val="tx1"/>
                </a:solidFill>
                <a:latin typeface="Helvetica Neue"/>
              </a:rPr>
              <a:t>Use built-in layers: nn.Linear, nn.Conv2d, nn.BatchNorm2d, nn.LayerNorm, nn.Dropout, nn.Embedding</a:t>
            </a:r>
          </a:p>
        </p:txBody>
      </p:sp>
      <p:sp>
        <p:nvSpPr>
          <p:cNvPr id="208" name="N4"/>
          <p:cNvSpPr txBox="1"/>
          <p:nvPr/>
        </p:nvSpPr>
        <p:spPr>
          <a:xfrm>
            <a:off x="366025" y="2473233"/>
            <a:ext cx="371100" cy="35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b="1" dirty="0">
                <a:solidFill>
                  <a:srgbClr val="002060"/>
                </a:solidFill>
                <a:latin typeface="Helvetica Neue"/>
              </a:rPr>
              <a:t>04</a:t>
            </a:r>
          </a:p>
        </p:txBody>
      </p:sp>
      <p:sp>
        <p:nvSpPr>
          <p:cNvPr id="209" name="T4"/>
          <p:cNvSpPr txBox="1"/>
          <p:nvPr/>
        </p:nvSpPr>
        <p:spPr>
          <a:xfrm>
            <a:off x="824742" y="2473233"/>
            <a:ext cx="8000000" cy="35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lvl="0"/>
            <a:r>
              <a:rPr lang="en-US" sz="1500" dirty="0">
                <a:solidFill>
                  <a:schemeClr val="tx1"/>
                </a:solidFill>
                <a:latin typeface="Helvetica Neue"/>
              </a:rPr>
              <a:t>Inspect a model's parameters, named_modules, and compute total parameter count</a:t>
            </a:r>
          </a:p>
        </p:txBody>
      </p:sp>
      <p:sp>
        <p:nvSpPr>
          <p:cNvPr id="210" name="N5"/>
          <p:cNvSpPr txBox="1"/>
          <p:nvPr/>
        </p:nvSpPr>
        <p:spPr>
          <a:xfrm>
            <a:off x="366025" y="2914460"/>
            <a:ext cx="371100" cy="35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b="1" dirty="0">
                <a:solidFill>
                  <a:srgbClr val="002060"/>
                </a:solidFill>
                <a:latin typeface="Helvetica Neue"/>
              </a:rPr>
              <a:t>05</a:t>
            </a:r>
          </a:p>
        </p:txBody>
      </p:sp>
      <p:sp>
        <p:nvSpPr>
          <p:cNvPr id="211" name="T5"/>
          <p:cNvSpPr txBox="1"/>
          <p:nvPr/>
        </p:nvSpPr>
        <p:spPr>
          <a:xfrm>
            <a:off x="824742" y="2914460"/>
            <a:ext cx="8000000" cy="35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lvl="0"/>
            <a:r>
              <a:rPr lang="en-US" sz="1500" dirty="0">
                <a:solidFill>
                  <a:schemeClr val="tx1"/>
                </a:solidFill>
                <a:latin typeface="Helvetica Neue"/>
              </a:rPr>
              <a:t>Save and load model weights using state_dict, torch.save, and torch.load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G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1"/>
          <p:cNvSpPr/>
          <p:nvPr/>
        </p:nvSpPr>
        <p:spPr>
          <a:xfrm>
            <a:off x="0" y="0"/>
            <a:ext cx="9144000" cy="210172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rtlCol="0" anchor="ctr"/>
          <a:lstStyle/>
          <a:p>
            <a:endParaRPr lang="en-US" sz="1200" dirty="0"/>
          </a:p>
        </p:txBody>
      </p:sp>
      <p:sp>
        <p:nvSpPr>
          <p:cNvPr id="3" name="R2"/>
          <p:cNvSpPr/>
          <p:nvPr/>
        </p:nvSpPr>
        <p:spPr>
          <a:xfrm>
            <a:off x="0" y="5103529"/>
            <a:ext cx="9144000" cy="67092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rtlCol="0" anchor="ctr"/>
          <a:lstStyle/>
          <a:p>
            <a:endParaRPr lang="en-US" sz="500" dirty="0"/>
          </a:p>
        </p:txBody>
      </p:sp>
      <p:sp>
        <p:nvSpPr>
          <p:cNvPr id="100" name="Ttl"/>
          <p:cNvSpPr txBox="1">
            <a:spLocks noGrp="1"/>
          </p:cNvSpPr>
          <p:nvPr>
            <p:ph type="title"/>
          </p:nvPr>
        </p:nvSpPr>
        <p:spPr>
          <a:xfrm>
            <a:off x="311700" y="207100"/>
            <a:ext cx="8520600" cy="555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lvl="0" algn="l"/>
            <a:r>
              <a:rPr lang="en-US" b="1" dirty="0">
                <a:solidFill>
                  <a:schemeClr val="tx1"/>
                </a:solidFill>
              </a:rPr>
              <a:t>torch.nn.Module: The Building Block of All Models</a:t>
            </a:r>
          </a:p>
        </p:txBody>
      </p:sp>
      <p:sp>
        <p:nvSpPr>
          <p:cNvPr id="10" name="L"/>
          <p:cNvSpPr txBox="1"/>
          <p:nvPr/>
        </p:nvSpPr>
        <p:spPr>
          <a:xfrm>
            <a:off x="311700" y="762400"/>
            <a:ext cx="4180000" cy="4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2500" lnSpcReduction="20000"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002060"/>
                </a:solidFill>
                <a:latin typeface="Helvetica Neue"/>
              </a:rPr>
              <a:t>Why Not Just Use Tensors?</a:t>
            </a:r>
          </a:p>
          <a:p>
            <a:pPr marL="285750" indent="-285750">
              <a:buFont typeface="Arial"/>
              <a:buChar char="▸"/>
            </a:pPr>
            <a:r>
              <a:rPr lang="en-US" sz="1250" b="0" dirty="0">
                <a:solidFill>
                  <a:srgbClr val="000000"/>
                </a:solidFill>
                <a:latin typeface="Helvetica Neue"/>
              </a:rPr>
              <a:t>Raw tensors: you must manually track weights, move them to GPU, save them, load them</a:t>
            </a:r>
          </a:p>
          <a:p>
            <a:pPr marL="285750" indent="-285750">
              <a:buFont typeface="Arial"/>
              <a:buChar char="▸"/>
            </a:pPr>
            <a:r>
              <a:rPr lang="en-US" sz="1250" b="0" dirty="0">
                <a:solidFill>
                  <a:srgbClr val="000000"/>
                </a:solidFill>
                <a:latin typeface="Helvetica Neue"/>
              </a:rPr>
              <a:t>nn.Module automates all of this: it is a container that organises parameters, sub-modules, and the forward computation</a:t>
            </a:r>
          </a:p>
          <a:p>
            <a:pPr marL="285750" indent="-285750">
              <a:buFont typeface="Arial"/>
              <a:buChar char="▸"/>
            </a:pPr>
            <a:r>
              <a:rPr lang="en-US" sz="1250" b="0" dirty="0">
                <a:solidFill>
                  <a:srgbClr val="000000"/>
                </a:solidFill>
                <a:latin typeface="Helvetica Neue"/>
              </a:rPr>
              <a:t>Composable: any nn.Module can contain other nn.Modules — entire model trees, not just layers</a:t>
            </a:r>
          </a:p>
          <a:p>
            <a:pPr marL="0" indent="0">
              <a:buNone/>
            </a:pPr>
            <a:endParaRPr lang="en-US" sz="600" dirty="0"/>
          </a:p>
          <a:p>
            <a:pPr marL="0" indent="0">
              <a:buNone/>
            </a:pPr>
            <a:r>
              <a:rPr lang="en-US" sz="1400" b="1" dirty="0">
                <a:solidFill>
                  <a:srgbClr val="002060"/>
                </a:solidFill>
                <a:latin typeface="Helvetica Neue"/>
              </a:rPr>
              <a:t>The Two Required Components</a:t>
            </a:r>
          </a:p>
          <a:p>
            <a:pPr marL="228600" indent="0">
              <a:buNone/>
            </a:pPr>
            <a:r>
              <a:rPr lang="en-US" sz="1050" b="0" i="1" dirty="0">
                <a:solidFill>
                  <a:srgbClr val="1F3864"/>
                </a:solidFill>
                <a:latin typeface="Consolas"/>
              </a:rPr>
              <a:t>import torch</a:t>
            </a:r>
          </a:p>
          <a:p>
            <a:pPr marL="228600" indent="0">
              <a:buNone/>
            </a:pPr>
            <a:r>
              <a:rPr lang="en-US" sz="1050" b="0" i="1" dirty="0">
                <a:solidFill>
                  <a:srgbClr val="1F3864"/>
                </a:solidFill>
                <a:latin typeface="Consolas"/>
              </a:rPr>
              <a:t>import torch.nn as nn</a:t>
            </a:r>
          </a:p>
          <a:p>
            <a:pPr marL="228600" indent="0">
              <a:buNone/>
            </a:pPr>
            <a:endParaRPr lang="en-US" sz="1050" b="0" i="1" dirty="0">
              <a:solidFill>
                <a:srgbClr val="1F3864"/>
              </a:solidFill>
              <a:latin typeface="Consolas"/>
            </a:endParaRPr>
          </a:p>
          <a:p>
            <a:pPr marL="228600" indent="0">
              <a:buNone/>
            </a:pPr>
            <a:r>
              <a:rPr lang="en-US" sz="1050" b="0" i="1" dirty="0">
                <a:solidFill>
                  <a:srgbClr val="1F3864"/>
                </a:solidFill>
                <a:latin typeface="Consolas"/>
              </a:rPr>
              <a:t>class MyLayer(nn.Module):</a:t>
            </a:r>
          </a:p>
          <a:p>
            <a:pPr marL="228600" indent="0">
              <a:buNone/>
            </a:pPr>
            <a:r>
              <a:rPr lang="en-US" sz="1050" b="0" i="1" dirty="0">
                <a:solidFill>
                  <a:srgbClr val="1F3864"/>
                </a:solidFill>
                <a:latin typeface="Consolas"/>
              </a:rPr>
              <a:t>    def __init__(self):</a:t>
            </a:r>
          </a:p>
          <a:p>
            <a:pPr marL="228600" indent="0">
              <a:buNone/>
            </a:pPr>
            <a:r>
              <a:rPr lang="en-US" sz="1050" b="0" i="1" dirty="0">
                <a:solidFill>
                  <a:srgbClr val="1F3864"/>
                </a:solidFill>
                <a:latin typeface="Consolas"/>
              </a:rPr>
              <a:t>        super().__init__()          # ALWAYS call this</a:t>
            </a:r>
          </a:p>
          <a:p>
            <a:pPr marL="228600" indent="0">
              <a:buNone/>
            </a:pPr>
            <a:r>
              <a:rPr lang="en-US" sz="1050" b="0" i="1" dirty="0">
                <a:solidFill>
                  <a:srgbClr val="1F3864"/>
                </a:solidFill>
                <a:latin typeface="Consolas"/>
              </a:rPr>
              <a:t>        self.linear = nn.Linear(4, 3)  # creates W and b</a:t>
            </a:r>
          </a:p>
          <a:p>
            <a:pPr marL="228600" indent="0">
              <a:buNone/>
            </a:pPr>
            <a:r>
              <a:rPr lang="en-US" sz="1050" b="0" i="1" dirty="0">
                <a:solidFill>
                  <a:srgbClr val="1F3864"/>
                </a:solidFill>
                <a:latin typeface="Consolas"/>
              </a:rPr>
              <a:t>        self.relu   = nn.ReLU()</a:t>
            </a:r>
          </a:p>
          <a:p>
            <a:pPr marL="228600" indent="0">
              <a:buNone/>
            </a:pPr>
            <a:endParaRPr lang="en-US" sz="1050" b="0" i="1" dirty="0">
              <a:solidFill>
                <a:srgbClr val="1F3864"/>
              </a:solidFill>
              <a:latin typeface="Consolas"/>
            </a:endParaRPr>
          </a:p>
          <a:p>
            <a:pPr marL="228600" indent="0">
              <a:buNone/>
            </a:pPr>
            <a:r>
              <a:rPr lang="en-US" sz="1050" b="0" i="1" dirty="0">
                <a:solidFill>
                  <a:srgbClr val="1F3864"/>
                </a:solidFill>
                <a:latin typeface="Consolas"/>
              </a:rPr>
              <a:t>    def forward(self, x):</a:t>
            </a:r>
          </a:p>
          <a:p>
            <a:pPr marL="228600" indent="0">
              <a:buNone/>
            </a:pPr>
            <a:r>
              <a:rPr lang="en-US" sz="1050" b="0" i="1" dirty="0">
                <a:solidFill>
                  <a:srgbClr val="1F3864"/>
                </a:solidFill>
                <a:latin typeface="Consolas"/>
              </a:rPr>
              <a:t>        x = self.linear(x)  # calls linear.forward(x)</a:t>
            </a:r>
          </a:p>
          <a:p>
            <a:pPr marL="228600" indent="0">
              <a:buNone/>
            </a:pPr>
            <a:r>
              <a:rPr lang="en-US" sz="1050" b="0" i="1" dirty="0">
                <a:solidFill>
                  <a:srgbClr val="1F3864"/>
                </a:solidFill>
                <a:latin typeface="Consolas"/>
              </a:rPr>
              <a:t>        return self.relu(x)</a:t>
            </a:r>
          </a:p>
          <a:p>
            <a:pPr marL="228600" indent="0">
              <a:buNone/>
            </a:pPr>
            <a:endParaRPr lang="en-US" sz="1050" b="0" i="1" dirty="0">
              <a:solidFill>
                <a:srgbClr val="1F3864"/>
              </a:solidFill>
              <a:latin typeface="Consolas"/>
            </a:endParaRPr>
          </a:p>
          <a:p>
            <a:pPr marL="228600" indent="0">
              <a:buNone/>
            </a:pPr>
            <a:r>
              <a:rPr lang="en-US" sz="1050" b="0" i="1" dirty="0">
                <a:solidFill>
                  <a:srgbClr val="1F3864"/>
                </a:solidFill>
                <a:latin typeface="Consolas"/>
              </a:rPr>
              <a:t>layer = MyLayer()</a:t>
            </a:r>
          </a:p>
          <a:p>
            <a:pPr marL="228600" indent="0">
              <a:buNone/>
            </a:pPr>
            <a:r>
              <a:rPr lang="en-US" sz="1050" b="0" i="1" dirty="0">
                <a:solidFill>
                  <a:srgbClr val="1F3864"/>
                </a:solidFill>
                <a:latin typeface="Consolas"/>
              </a:rPr>
              <a:t>out   = layer(torch.randn(2, 4))  # calls layer.forward()</a:t>
            </a:r>
          </a:p>
        </p:txBody>
      </p:sp>
      <p:sp>
        <p:nvSpPr>
          <p:cNvPr id="11" name="R"/>
          <p:cNvSpPr txBox="1"/>
          <p:nvPr/>
        </p:nvSpPr>
        <p:spPr>
          <a:xfrm>
            <a:off x="4651700" y="636865"/>
            <a:ext cx="4180600" cy="4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2500" lnSpcReduction="20000"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002060"/>
                </a:solidFill>
                <a:latin typeface="Helvetica Neue"/>
              </a:rPr>
              <a:t>What nn.Module Provides Automatically</a:t>
            </a:r>
          </a:p>
          <a:p>
            <a:pPr marL="285750" indent="-285750">
              <a:buFont typeface="Arial"/>
              <a:buChar char="▸"/>
            </a:pPr>
            <a:r>
              <a:rPr lang="en-US" sz="1250" b="0" dirty="0">
                <a:solidFill>
                  <a:srgbClr val="000000"/>
                </a:solidFill>
                <a:latin typeface="Helvetica Neue"/>
              </a:rPr>
              <a:t>Parameter registration: anything assigned as nn.Parameter or nn.Module is tracked</a:t>
            </a:r>
          </a:p>
          <a:p>
            <a:pPr marL="285750" indent="-285750">
              <a:buFont typeface="Arial"/>
              <a:buChar char="▸"/>
            </a:pPr>
            <a:r>
              <a:rPr lang="en-US" sz="1250" b="0" dirty="0">
                <a:solidFill>
                  <a:srgbClr val="000000"/>
                </a:solidFill>
                <a:latin typeface="Helvetica Neue"/>
              </a:rPr>
              <a:t>model.parameters(): iterator over all learnable weights across all sub-modules</a:t>
            </a:r>
          </a:p>
          <a:p>
            <a:pPr marL="285750" indent="-285750">
              <a:buFont typeface="Arial"/>
              <a:buChar char="▸"/>
            </a:pPr>
            <a:r>
              <a:rPr lang="en-US" sz="1250" b="0" dirty="0">
                <a:solidFill>
                  <a:srgbClr val="000000"/>
                </a:solidFill>
                <a:latin typeface="Helvetica Neue"/>
              </a:rPr>
              <a:t>model.to(device): recursively moves all parameters and buffers to device</a:t>
            </a:r>
          </a:p>
          <a:p>
            <a:pPr marL="285750" indent="-285750">
              <a:buFont typeface="Arial"/>
              <a:buChar char="▸"/>
            </a:pPr>
            <a:r>
              <a:rPr lang="en-US" sz="1250" b="0" dirty="0">
                <a:solidFill>
                  <a:srgbClr val="000000"/>
                </a:solidFill>
                <a:latin typeface="Helvetica Neue"/>
              </a:rPr>
              <a:t>model.train() / model.eval(): set training mode (affects Dropout, BatchNorm)</a:t>
            </a:r>
          </a:p>
          <a:p>
            <a:pPr marL="285750" indent="-285750">
              <a:buFont typeface="Arial"/>
              <a:buChar char="▸"/>
            </a:pPr>
            <a:r>
              <a:rPr lang="en-US" sz="1250" b="0" dirty="0">
                <a:solidFill>
                  <a:srgbClr val="000000"/>
                </a:solidFill>
                <a:latin typeface="Helvetica Neue"/>
              </a:rPr>
              <a:t>model.state_dict(): ordered dict of all parameter tensors — for saving/loading</a:t>
            </a:r>
          </a:p>
          <a:p>
            <a:pPr marL="0" indent="0">
              <a:buNone/>
            </a:pPr>
            <a:endParaRPr lang="en-US" sz="600" dirty="0"/>
          </a:p>
          <a:p>
            <a:pPr marL="0" indent="0">
              <a:buNone/>
            </a:pPr>
            <a:r>
              <a:rPr lang="en-US" sz="1400" b="1" dirty="0">
                <a:solidFill>
                  <a:srgbClr val="002060"/>
                </a:solidFill>
                <a:latin typeface="Helvetica Neue"/>
              </a:rPr>
              <a:t>nn.Parameter vs Buffers</a:t>
            </a:r>
          </a:p>
          <a:p>
            <a:pPr marL="285750" indent="-285750">
              <a:buFont typeface="Arial"/>
              <a:buChar char="▸"/>
            </a:pPr>
            <a:r>
              <a:rPr lang="en-US" sz="1250" b="0" dirty="0">
                <a:solidFill>
                  <a:srgbClr val="000000"/>
                </a:solidFill>
                <a:latin typeface="Helvetica Neue"/>
              </a:rPr>
              <a:t>nn.Parameter: a tensor that IS a learnable weight — appears in parameters()</a:t>
            </a:r>
          </a:p>
          <a:p>
            <a:pPr marL="285750" indent="-285750">
              <a:buFont typeface="Arial"/>
              <a:buChar char="▸"/>
            </a:pPr>
            <a:r>
              <a:rPr lang="en-US" sz="1250" b="0" dirty="0">
                <a:solidFill>
                  <a:srgbClr val="000000"/>
                </a:solidFill>
                <a:latin typeface="Helvetica Neue"/>
              </a:rPr>
              <a:t>self.register_buffer('running_mean', torch.zeros(C)): a tensor that is NOT a weight but is saved with the model (e.g. BatchNorm statistics)</a:t>
            </a:r>
          </a:p>
          <a:p>
            <a:pPr marL="285750" indent="-285750">
              <a:buFont typeface="Arial"/>
              <a:buChar char="▸"/>
            </a:pPr>
            <a:r>
              <a:rPr lang="en-US" sz="1250" b="0" dirty="0">
                <a:solidFill>
                  <a:srgbClr val="000000"/>
                </a:solidFill>
                <a:latin typeface="Helvetica Neue"/>
              </a:rPr>
              <a:t>Buffers move with .to(device) but are not optimised</a:t>
            </a:r>
          </a:p>
          <a:p>
            <a:pPr marL="0" indent="0">
              <a:buNone/>
            </a:pPr>
            <a:endParaRPr lang="en-US" sz="600" dirty="0"/>
          </a:p>
          <a:p>
            <a:pPr marL="0" indent="0">
              <a:buNone/>
            </a:pPr>
            <a:r>
              <a:rPr lang="en-US" sz="1400" b="1" dirty="0">
                <a:solidFill>
                  <a:srgbClr val="002060"/>
                </a:solidFill>
                <a:latin typeface="Helvetica Neue"/>
              </a:rPr>
              <a:t>Calling the Module</a:t>
            </a:r>
          </a:p>
          <a:p>
            <a:pPr marL="285750" indent="-285750">
              <a:buFont typeface="Arial"/>
              <a:buChar char="▸"/>
            </a:pPr>
            <a:r>
              <a:rPr lang="en-US" sz="1250" b="0" dirty="0">
                <a:solidFill>
                  <a:srgbClr val="000000"/>
                </a:solidFill>
                <a:latin typeface="Helvetica Neue"/>
              </a:rPr>
              <a:t>layer(x) calls __call__ which calls forward — NEVER call layer.forward(x) directly</a:t>
            </a:r>
          </a:p>
          <a:p>
            <a:pPr marL="285750" indent="-285750">
              <a:buFont typeface="Arial"/>
              <a:buChar char="▸"/>
            </a:pPr>
            <a:r>
              <a:rPr lang="en-US" sz="1250" b="0" dirty="0">
                <a:solidFill>
                  <a:srgbClr val="000000"/>
                </a:solidFill>
                <a:latin typeface="Helvetica Neue"/>
              </a:rPr>
              <a:t>__call__ adds hooks, checks, and other functionality around forward</a:t>
            </a:r>
          </a:p>
        </p:txBody>
      </p:sp>
      <p:sp>
        <p:nvSpPr>
          <p:cNvPr id="50" name="Ref"/>
          <p:cNvSpPr txBox="1"/>
          <p:nvPr/>
        </p:nvSpPr>
        <p:spPr>
          <a:xfrm>
            <a:off x="311700" y="4900000"/>
            <a:ext cx="8520600" cy="18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t" anchorCtr="0">
            <a:noAutofit/>
          </a:bodyPr>
          <a:lstStyle/>
          <a:p>
            <a:pPr marL="0" indent="0">
              <a:buNone/>
            </a:pPr>
            <a:r>
              <a:rPr lang="en-US" sz="900" i="1" dirty="0">
                <a:solidFill>
                  <a:srgbClr val="7F7F7F"/>
                </a:solidFill>
                <a:latin typeface="Helvetica Neue"/>
              </a:rPr>
              <a:t>Ref: PyTorch nn.Module Documentation (pytorch.org/docs/stable/generated/torch.nn.Module.html)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G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1"/>
          <p:cNvSpPr/>
          <p:nvPr/>
        </p:nvSpPr>
        <p:spPr>
          <a:xfrm>
            <a:off x="0" y="0"/>
            <a:ext cx="9144000" cy="210172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rtlCol="0" anchor="ctr"/>
          <a:lstStyle/>
          <a:p>
            <a:endParaRPr lang="en-US" sz="1200" dirty="0"/>
          </a:p>
        </p:txBody>
      </p:sp>
      <p:sp>
        <p:nvSpPr>
          <p:cNvPr id="3" name="R2"/>
          <p:cNvSpPr/>
          <p:nvPr/>
        </p:nvSpPr>
        <p:spPr>
          <a:xfrm>
            <a:off x="0" y="5103529"/>
            <a:ext cx="9144000" cy="67092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rtlCol="0" anchor="ctr"/>
          <a:lstStyle/>
          <a:p>
            <a:endParaRPr lang="en-US" sz="500" dirty="0"/>
          </a:p>
        </p:txBody>
      </p:sp>
      <p:sp>
        <p:nvSpPr>
          <p:cNvPr id="100" name="Ttl"/>
          <p:cNvSpPr txBox="1">
            <a:spLocks noGrp="1"/>
          </p:cNvSpPr>
          <p:nvPr>
            <p:ph type="title"/>
          </p:nvPr>
        </p:nvSpPr>
        <p:spPr>
          <a:xfrm>
            <a:off x="311700" y="207100"/>
            <a:ext cx="8520600" cy="555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 algn="l"/>
            <a:r>
              <a:rPr lang="en-US" sz="2000" b="1" dirty="0">
                <a:solidFill>
                  <a:schemeClr val="tx1"/>
                </a:solidFill>
              </a:rPr>
              <a:t>Built-in Layers: The Vocabulary of Neural Network Design</a:t>
            </a:r>
          </a:p>
        </p:txBody>
      </p:sp>
      <p:sp>
        <p:nvSpPr>
          <p:cNvPr id="10" name="Body"/>
          <p:cNvSpPr txBox="1"/>
          <p:nvPr/>
        </p:nvSpPr>
        <p:spPr>
          <a:xfrm>
            <a:off x="311700" y="709436"/>
            <a:ext cx="8520600" cy="404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85000" lnSpcReduction="20000"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002060"/>
                </a:solidFill>
                <a:latin typeface="Helvetica Neue"/>
              </a:rPr>
              <a:t>Linear Layers</a:t>
            </a:r>
          </a:p>
          <a:p>
            <a:pPr marL="285750" indent="-285750">
              <a:buFont typeface="Arial"/>
              <a:buChar char="▸"/>
            </a:pPr>
            <a:r>
              <a:rPr lang="en-US" sz="1250" b="0" dirty="0">
                <a:solidFill>
                  <a:srgbClr val="000000"/>
                </a:solidFill>
                <a:latin typeface="Helvetica Neue"/>
              </a:rPr>
              <a:t>nn.Linear(in_features, out_features, bias=True): fully connected layer — computes Wx + b</a:t>
            </a:r>
          </a:p>
          <a:p>
            <a:pPr marL="285750" indent="-285750">
              <a:buFont typeface="Arial"/>
              <a:buChar char="▸"/>
            </a:pPr>
            <a:r>
              <a:rPr lang="en-US" sz="1250" b="0" dirty="0">
                <a:solidFill>
                  <a:srgbClr val="000000"/>
                </a:solidFill>
                <a:latin typeface="Helvetica Neue"/>
              </a:rPr>
              <a:t>Weights initialised with Kaiming uniform by default (designed for ReLU networks)</a:t>
            </a:r>
          </a:p>
          <a:p>
            <a:pPr marL="285750" indent="-285750">
              <a:buFont typeface="Arial"/>
              <a:buChar char="▸"/>
            </a:pPr>
            <a:r>
              <a:rPr lang="en-US" sz="1250" b="0" dirty="0">
                <a:solidFill>
                  <a:srgbClr val="000000"/>
                </a:solidFill>
                <a:latin typeface="Helvetica Neue"/>
              </a:rPr>
              <a:t>nn.LazyLinear: infers in_features on first forward call — convenient for prototyping</a:t>
            </a:r>
          </a:p>
          <a:p>
            <a:pPr marL="0" indent="0">
              <a:buNone/>
            </a:pPr>
            <a:endParaRPr lang="en-US" sz="600" dirty="0"/>
          </a:p>
          <a:p>
            <a:pPr marL="0" indent="0">
              <a:buNone/>
            </a:pPr>
            <a:r>
              <a:rPr lang="en-US" sz="1400" b="1" dirty="0">
                <a:solidFill>
                  <a:srgbClr val="002060"/>
                </a:solidFill>
                <a:latin typeface="Helvetica Neue"/>
              </a:rPr>
              <a:t>Convolutional Layers</a:t>
            </a:r>
          </a:p>
          <a:p>
            <a:pPr marL="285750" indent="-285750">
              <a:buFont typeface="Arial"/>
              <a:buChar char="▸"/>
            </a:pPr>
            <a:r>
              <a:rPr lang="en-US" sz="1250" b="0" dirty="0">
                <a:solidFill>
                  <a:srgbClr val="000000"/>
                </a:solidFill>
                <a:latin typeface="Helvetica Neue"/>
              </a:rPr>
              <a:t>nn.Conv2d(in_ch, out_ch, kernel_size, stride=1, padding=0): 2D convolution for images</a:t>
            </a:r>
          </a:p>
          <a:p>
            <a:pPr marL="285750" indent="-285750">
              <a:buFont typeface="Arial"/>
              <a:buChar char="▸"/>
            </a:pPr>
            <a:r>
              <a:rPr lang="en-US" sz="1250" b="0" dirty="0">
                <a:solidFill>
                  <a:srgbClr val="000000"/>
                </a:solidFill>
                <a:latin typeface="Helvetica Neue"/>
              </a:rPr>
              <a:t>nn.Conv1d: for sequences (1D signals, text representations)</a:t>
            </a:r>
          </a:p>
          <a:p>
            <a:pPr marL="285750" indent="-285750">
              <a:buFont typeface="Arial"/>
              <a:buChar char="▸"/>
            </a:pPr>
            <a:r>
              <a:rPr lang="en-US" sz="1250" b="0" dirty="0">
                <a:solidFill>
                  <a:srgbClr val="000000"/>
                </a:solidFill>
                <a:latin typeface="Helvetica Neue"/>
              </a:rPr>
              <a:t>nn.ConvTranspose2d: transposed convolution (upsampling in generative models)</a:t>
            </a:r>
          </a:p>
          <a:p>
            <a:pPr marL="285750" indent="-285750">
              <a:buFont typeface="Arial"/>
              <a:buChar char="▸"/>
            </a:pPr>
            <a:r>
              <a:rPr lang="en-US" sz="1250" b="0" dirty="0">
                <a:solidFill>
                  <a:srgbClr val="000000"/>
                </a:solidFill>
                <a:latin typeface="Helvetica Neue"/>
              </a:rPr>
              <a:t>padding='same': pads input so output has same spatial size as input (PyTorch 1.9+)</a:t>
            </a:r>
          </a:p>
          <a:p>
            <a:pPr marL="0" indent="0">
              <a:buNone/>
            </a:pPr>
            <a:endParaRPr lang="en-US" sz="600" dirty="0"/>
          </a:p>
          <a:p>
            <a:pPr marL="0" indent="0">
              <a:buNone/>
            </a:pPr>
            <a:r>
              <a:rPr lang="en-US" sz="1400" b="1" dirty="0">
                <a:solidFill>
                  <a:srgbClr val="002060"/>
                </a:solidFill>
                <a:latin typeface="Helvetica Neue"/>
              </a:rPr>
              <a:t>Normalisation Layers — Critical for Deep Networks</a:t>
            </a:r>
          </a:p>
          <a:p>
            <a:pPr marL="285750" indent="-285750">
              <a:buFont typeface="Arial"/>
              <a:buChar char="▸"/>
            </a:pPr>
            <a:r>
              <a:rPr lang="en-US" sz="1250" b="0" dirty="0">
                <a:solidFill>
                  <a:srgbClr val="000000"/>
                </a:solidFill>
                <a:latin typeface="Helvetica Neue"/>
              </a:rPr>
              <a:t>nn.BatchNorm2d(C): normalises across the batch; has learnable scale (gamma) and shift (beta); uses running statistics at inference</a:t>
            </a:r>
          </a:p>
          <a:p>
            <a:pPr marL="285750" indent="-285750">
              <a:buFont typeface="Arial"/>
              <a:buChar char="▸"/>
            </a:pPr>
            <a:r>
              <a:rPr lang="en-US" sz="1250" b="0" dirty="0">
                <a:solidFill>
                  <a:srgbClr val="000000"/>
                </a:solidFill>
                <a:latin typeface="Helvetica Neue"/>
              </a:rPr>
              <a:t>nn.LayerNorm(normalised_shape): normalises across the features of each sample; used in Transformers; works with any batch size</a:t>
            </a:r>
          </a:p>
          <a:p>
            <a:pPr marL="285750" indent="-285750">
              <a:buFont typeface="Arial"/>
              <a:buChar char="▸"/>
            </a:pPr>
            <a:r>
              <a:rPr lang="en-US" sz="1250" b="0" dirty="0">
                <a:solidFill>
                  <a:srgbClr val="000000"/>
                </a:solidFill>
                <a:latin typeface="Helvetica Neue"/>
              </a:rPr>
              <a:t>nn.GroupNorm(num_groups, num_channels): compromise between Batch and Layer norm; used in object detection</a:t>
            </a:r>
          </a:p>
          <a:p>
            <a:pPr marL="285750" indent="-285750">
              <a:buFont typeface="Arial"/>
              <a:buChar char="▸"/>
            </a:pPr>
            <a:r>
              <a:rPr lang="en-US" sz="1250" b="0" dirty="0">
                <a:solidFill>
                  <a:srgbClr val="000000"/>
                </a:solidFill>
                <a:latin typeface="Helvetica Neue"/>
              </a:rPr>
              <a:t>nn.RMSNorm (PyTorch 2.4+): simplified LayerNorm without mean subtraction; used in Llama, Mistral</a:t>
            </a:r>
          </a:p>
          <a:p>
            <a:pPr marL="0" indent="0">
              <a:buNone/>
            </a:pPr>
            <a:endParaRPr lang="en-US" sz="600" dirty="0"/>
          </a:p>
          <a:p>
            <a:pPr marL="0" indent="0">
              <a:buNone/>
            </a:pPr>
            <a:r>
              <a:rPr lang="en-US" sz="1400" b="1" dirty="0">
                <a:solidFill>
                  <a:srgbClr val="002060"/>
                </a:solidFill>
                <a:latin typeface="Helvetica Neue"/>
              </a:rPr>
              <a:t>Activation Functions</a:t>
            </a:r>
          </a:p>
          <a:p>
            <a:pPr marL="285750" indent="-285750">
              <a:buFont typeface="Arial"/>
              <a:buChar char="▸"/>
            </a:pPr>
            <a:r>
              <a:rPr lang="en-US" sz="1250" b="0" dirty="0">
                <a:solidFill>
                  <a:srgbClr val="000000"/>
                </a:solidFill>
                <a:latin typeface="Helvetica Neue"/>
              </a:rPr>
              <a:t>nn.ReLU(): max(0, x) — still common in CNNs</a:t>
            </a:r>
          </a:p>
          <a:p>
            <a:pPr marL="285750" indent="-285750">
              <a:buFont typeface="Arial"/>
              <a:buChar char="▸"/>
            </a:pPr>
            <a:r>
              <a:rPr lang="en-US" sz="1250" b="0" dirty="0">
                <a:solidFill>
                  <a:srgbClr val="000000"/>
                </a:solidFill>
                <a:latin typeface="Helvetica Neue"/>
              </a:rPr>
              <a:t>nn.GELU(): Gaussian Error Linear Unit — standard in Transformers (GPT, BERT)</a:t>
            </a:r>
          </a:p>
          <a:p>
            <a:pPr marL="285750" indent="-285750">
              <a:buFont typeface="Arial"/>
              <a:buChar char="▸"/>
            </a:pPr>
            <a:r>
              <a:rPr lang="en-US" sz="1250" b="0" dirty="0">
                <a:solidFill>
                  <a:srgbClr val="000000"/>
                </a:solidFill>
                <a:latin typeface="Helvetica Neue"/>
              </a:rPr>
              <a:t>nn.SiLU() / Swish: used in modern LLMs (Llama 2, Phi)</a:t>
            </a:r>
          </a:p>
          <a:p>
            <a:pPr marL="285750" indent="-285750">
              <a:buFont typeface="Arial"/>
              <a:buChar char="▸"/>
            </a:pPr>
            <a:r>
              <a:rPr lang="en-US" sz="1250" b="0" dirty="0">
                <a:solidFill>
                  <a:srgbClr val="000000"/>
                </a:solidFill>
                <a:latin typeface="Helvetica Neue"/>
              </a:rPr>
              <a:t>nn.Sigmoid(), nn.Tanh(): use in gates and output layers for probabilities</a:t>
            </a:r>
          </a:p>
          <a:p>
            <a:pPr marL="0" indent="0">
              <a:buNone/>
            </a:pPr>
            <a:endParaRPr lang="en-US" sz="600" dirty="0"/>
          </a:p>
          <a:p>
            <a:pPr marL="0" indent="0">
              <a:buNone/>
            </a:pPr>
            <a:r>
              <a:rPr lang="en-US" sz="1400" b="1" dirty="0">
                <a:solidFill>
                  <a:srgbClr val="002060"/>
                </a:solidFill>
                <a:latin typeface="Helvetica Neue"/>
              </a:rPr>
              <a:t>Regularisation and Sequence Layers</a:t>
            </a:r>
          </a:p>
          <a:p>
            <a:pPr marL="285750" indent="-285750">
              <a:buFont typeface="Arial"/>
              <a:buChar char="▸"/>
            </a:pPr>
            <a:r>
              <a:rPr lang="en-US" sz="1250" b="0" dirty="0">
                <a:solidFill>
                  <a:srgbClr val="000000"/>
                </a:solidFill>
                <a:latin typeface="Helvetica Neue"/>
              </a:rPr>
              <a:t>nn.Dropout(p=0.1): randomly zeros p fraction of activations during training; becomes identity at eval</a:t>
            </a:r>
          </a:p>
          <a:p>
            <a:pPr marL="285750" indent="-285750">
              <a:buFont typeface="Arial"/>
              <a:buChar char="▸"/>
            </a:pPr>
            <a:r>
              <a:rPr lang="en-US" sz="1250" b="0" dirty="0">
                <a:solidFill>
                  <a:srgbClr val="000000"/>
                </a:solidFill>
                <a:latin typeface="Helvetica Neue"/>
              </a:rPr>
              <a:t>nn.Embedding(num_embeddings, embedding_dim): lookup table; converts integer token IDs to dense vectors</a:t>
            </a:r>
          </a:p>
          <a:p>
            <a:pPr marL="285750" indent="-285750">
              <a:buFont typeface="Arial"/>
              <a:buChar char="▸"/>
            </a:pPr>
            <a:r>
              <a:rPr lang="en-US" sz="1250" b="0" dirty="0">
                <a:solidFill>
                  <a:srgbClr val="000000"/>
                </a:solidFill>
                <a:latin typeface="Helvetica Neue"/>
              </a:rPr>
              <a:t>nn.MultiheadAttention(embed_dim, num_heads): full multi-head attention with optional causal masking</a:t>
            </a:r>
          </a:p>
          <a:p>
            <a:pPr marL="285750" indent="-285750">
              <a:buFont typeface="Arial"/>
              <a:buChar char="▸"/>
            </a:pPr>
            <a:r>
              <a:rPr lang="en-US" sz="1250" b="0" dirty="0">
                <a:solidFill>
                  <a:srgbClr val="000000"/>
                </a:solidFill>
                <a:latin typeface="Helvetica Neue"/>
              </a:rPr>
              <a:t>nn.TransformerEncoderLayer: complete Pre-LN or Post-LN Transformer block with attention + FFN + norms</a:t>
            </a:r>
          </a:p>
        </p:txBody>
      </p:sp>
      <p:sp>
        <p:nvSpPr>
          <p:cNvPr id="50" name="Ref"/>
          <p:cNvSpPr txBox="1"/>
          <p:nvPr/>
        </p:nvSpPr>
        <p:spPr>
          <a:xfrm>
            <a:off x="311700" y="4900000"/>
            <a:ext cx="8520600" cy="18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t" anchorCtr="0">
            <a:noAutofit/>
          </a:bodyPr>
          <a:lstStyle/>
          <a:p>
            <a:pPr marL="0" indent="0">
              <a:buNone/>
            </a:pPr>
            <a:r>
              <a:rPr lang="en-US" sz="900" i="1" dirty="0">
                <a:solidFill>
                  <a:srgbClr val="7F7F7F"/>
                </a:solidFill>
                <a:latin typeface="Helvetica Neue"/>
              </a:rPr>
              <a:t>Ref: PyTorch nn Module Reference (pytorch.org/docs/stable/nn.html)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G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1"/>
          <p:cNvSpPr/>
          <p:nvPr/>
        </p:nvSpPr>
        <p:spPr>
          <a:xfrm>
            <a:off x="0" y="0"/>
            <a:ext cx="9144000" cy="210172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rtlCol="0" anchor="ctr"/>
          <a:lstStyle/>
          <a:p>
            <a:endParaRPr lang="en-US" sz="1200" dirty="0"/>
          </a:p>
        </p:txBody>
      </p:sp>
      <p:sp>
        <p:nvSpPr>
          <p:cNvPr id="3" name="R2"/>
          <p:cNvSpPr/>
          <p:nvPr/>
        </p:nvSpPr>
        <p:spPr>
          <a:xfrm>
            <a:off x="0" y="5103529"/>
            <a:ext cx="9144000" cy="67092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rtlCol="0" anchor="ctr"/>
          <a:lstStyle/>
          <a:p>
            <a:endParaRPr lang="en-US" sz="500" dirty="0"/>
          </a:p>
        </p:txBody>
      </p:sp>
      <p:sp>
        <p:nvSpPr>
          <p:cNvPr id="100" name="Ttl"/>
          <p:cNvSpPr txBox="1">
            <a:spLocks noGrp="1"/>
          </p:cNvSpPr>
          <p:nvPr>
            <p:ph type="title"/>
          </p:nvPr>
        </p:nvSpPr>
        <p:spPr>
          <a:xfrm>
            <a:off x="311700" y="207100"/>
            <a:ext cx="8520600" cy="555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 algn="l"/>
            <a:r>
              <a:rPr lang="en-US" sz="2000" b="1" dirty="0">
                <a:solidFill>
                  <a:schemeClr val="tx1"/>
                </a:solidFill>
              </a:rPr>
              <a:t>Composing Models with nn.Sequential and Custom Architectures</a:t>
            </a:r>
          </a:p>
        </p:txBody>
      </p:sp>
      <p:sp>
        <p:nvSpPr>
          <p:cNvPr id="10" name="L"/>
          <p:cNvSpPr txBox="1"/>
          <p:nvPr/>
        </p:nvSpPr>
        <p:spPr>
          <a:xfrm>
            <a:off x="309250" y="656850"/>
            <a:ext cx="4180000" cy="4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85000" lnSpcReduction="20000"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002060"/>
                </a:solidFill>
                <a:latin typeface="Helvetica Neue"/>
              </a:rPr>
              <a:t>nn.Sequential: Quick Composition for Simple Networks</a:t>
            </a:r>
          </a:p>
          <a:p>
            <a:pPr marL="228600" indent="0">
              <a:buNone/>
            </a:pPr>
            <a:r>
              <a:rPr lang="en-US" sz="1050" b="0" i="1" dirty="0">
                <a:solidFill>
                  <a:srgbClr val="1F3864"/>
                </a:solidFill>
                <a:latin typeface="Consolas"/>
              </a:rPr>
              <a:t>model = nn.Sequential(</a:t>
            </a:r>
          </a:p>
          <a:p>
            <a:pPr marL="228600" indent="0">
              <a:buNone/>
            </a:pPr>
            <a:r>
              <a:rPr lang="en-US" sz="1050" b="0" i="1" dirty="0">
                <a:solidFill>
                  <a:srgbClr val="1F3864"/>
                </a:solidFill>
                <a:latin typeface="Consolas"/>
              </a:rPr>
              <a:t>    nn.Linear(784, 256),</a:t>
            </a:r>
          </a:p>
          <a:p>
            <a:pPr marL="228600" indent="0">
              <a:buNone/>
            </a:pPr>
            <a:r>
              <a:rPr lang="en-US" sz="1050" b="0" i="1" dirty="0">
                <a:solidFill>
                  <a:srgbClr val="1F3864"/>
                </a:solidFill>
                <a:latin typeface="Consolas"/>
              </a:rPr>
              <a:t>    nn.ReLU(),</a:t>
            </a:r>
          </a:p>
          <a:p>
            <a:pPr marL="228600" indent="0">
              <a:buNone/>
            </a:pPr>
            <a:r>
              <a:rPr lang="en-US" sz="1050" b="0" i="1" dirty="0">
                <a:solidFill>
                  <a:srgbClr val="1F3864"/>
                </a:solidFill>
                <a:latin typeface="Consolas"/>
              </a:rPr>
              <a:t>    nn.BatchNorm1d(256),</a:t>
            </a:r>
          </a:p>
          <a:p>
            <a:pPr marL="228600" indent="0">
              <a:buNone/>
            </a:pPr>
            <a:r>
              <a:rPr lang="en-US" sz="1050" b="0" i="1" dirty="0">
                <a:solidFill>
                  <a:srgbClr val="1F3864"/>
                </a:solidFill>
                <a:latin typeface="Consolas"/>
              </a:rPr>
              <a:t>    nn.Dropout(0.3),</a:t>
            </a:r>
          </a:p>
          <a:p>
            <a:pPr marL="228600" indent="0">
              <a:buNone/>
            </a:pPr>
            <a:r>
              <a:rPr lang="en-US" sz="1050" b="0" i="1" dirty="0">
                <a:solidFill>
                  <a:srgbClr val="1F3864"/>
                </a:solidFill>
                <a:latin typeface="Consolas"/>
              </a:rPr>
              <a:t>    nn.Linear(256, 10),</a:t>
            </a:r>
          </a:p>
          <a:p>
            <a:pPr marL="228600" indent="0">
              <a:buNone/>
            </a:pPr>
            <a:r>
              <a:rPr lang="en-US" sz="1050" b="0" i="1" dirty="0">
                <a:solidFill>
                  <a:srgbClr val="1F3864"/>
                </a:solidFill>
                <a:latin typeface="Consolas"/>
              </a:rPr>
              <a:t>)</a:t>
            </a:r>
          </a:p>
          <a:p>
            <a:pPr marL="285750" indent="-285750">
              <a:buFont typeface="Arial"/>
              <a:buChar char="▸"/>
            </a:pPr>
            <a:r>
              <a:rPr lang="en-US" sz="1250" b="0" dirty="0">
                <a:solidFill>
                  <a:srgbClr val="000000"/>
                </a:solidFill>
                <a:latin typeface="Helvetica Neue"/>
              </a:rPr>
              <a:t>Modules executed in order; input of each = output of previous</a:t>
            </a:r>
          </a:p>
          <a:p>
            <a:pPr marL="285750" indent="-285750">
              <a:buFont typeface="Arial"/>
              <a:buChar char="▸"/>
            </a:pPr>
            <a:r>
              <a:rPr lang="en-US" sz="1250" b="0" dirty="0">
                <a:solidFill>
                  <a:srgbClr val="000000"/>
                </a:solidFill>
                <a:latin typeface="Helvetica Neue"/>
              </a:rPr>
              <a:t>Limitation: cannot branch, merge, or skip connections</a:t>
            </a:r>
          </a:p>
          <a:p>
            <a:pPr marL="0" indent="0">
              <a:buNone/>
            </a:pPr>
            <a:endParaRPr lang="en-US" sz="600" dirty="0"/>
          </a:p>
          <a:p>
            <a:pPr marL="0" indent="0">
              <a:buNone/>
            </a:pPr>
            <a:r>
              <a:rPr lang="en-US" sz="1400" b="1" dirty="0">
                <a:solidFill>
                  <a:srgbClr val="002060"/>
                </a:solidFill>
                <a:latin typeface="Helvetica Neue"/>
              </a:rPr>
              <a:t>Custom Architecture with Skip Connections</a:t>
            </a:r>
          </a:p>
          <a:p>
            <a:pPr marL="228600" indent="0">
              <a:buNone/>
            </a:pPr>
            <a:r>
              <a:rPr lang="en-US" sz="1050" b="0" i="1" dirty="0">
                <a:solidFill>
                  <a:srgbClr val="1F3864"/>
                </a:solidFill>
                <a:latin typeface="Consolas"/>
              </a:rPr>
              <a:t>class ResBlock(nn.Module):</a:t>
            </a:r>
          </a:p>
          <a:p>
            <a:pPr marL="228600" indent="0">
              <a:buNone/>
            </a:pPr>
            <a:r>
              <a:rPr lang="en-US" sz="1050" b="0" i="1" dirty="0">
                <a:solidFill>
                  <a:srgbClr val="1F3864"/>
                </a:solidFill>
                <a:latin typeface="Consolas"/>
              </a:rPr>
              <a:t>    def __init__(self, d):</a:t>
            </a:r>
          </a:p>
          <a:p>
            <a:pPr marL="228600" indent="0">
              <a:buNone/>
            </a:pPr>
            <a:r>
              <a:rPr lang="en-US" sz="1050" b="0" i="1" dirty="0">
                <a:solidFill>
                  <a:srgbClr val="1F3864"/>
                </a:solidFill>
                <a:latin typeface="Consolas"/>
              </a:rPr>
              <a:t>        super().__init__()</a:t>
            </a:r>
          </a:p>
          <a:p>
            <a:pPr marL="228600" indent="0">
              <a:buNone/>
            </a:pPr>
            <a:r>
              <a:rPr lang="en-US" sz="1050" b="0" i="1" dirty="0">
                <a:solidFill>
                  <a:srgbClr val="1F3864"/>
                </a:solidFill>
                <a:latin typeface="Consolas"/>
              </a:rPr>
              <a:t>        self.net = nn.Sequential(</a:t>
            </a:r>
          </a:p>
          <a:p>
            <a:pPr marL="228600" indent="0">
              <a:buNone/>
            </a:pPr>
            <a:r>
              <a:rPr lang="en-US" sz="1050" b="0" i="1" dirty="0">
                <a:solidFill>
                  <a:srgbClr val="1F3864"/>
                </a:solidFill>
                <a:latin typeface="Consolas"/>
              </a:rPr>
              <a:t>            nn.LayerNorm(d),</a:t>
            </a:r>
          </a:p>
          <a:p>
            <a:pPr marL="228600" indent="0">
              <a:buNone/>
            </a:pPr>
            <a:r>
              <a:rPr lang="en-US" sz="1050" b="0" i="1" dirty="0">
                <a:solidFill>
                  <a:srgbClr val="1F3864"/>
                </a:solidFill>
                <a:latin typeface="Consolas"/>
              </a:rPr>
              <a:t>            nn.Linear(d, d),</a:t>
            </a:r>
          </a:p>
          <a:p>
            <a:pPr marL="228600" indent="0">
              <a:buNone/>
            </a:pPr>
            <a:r>
              <a:rPr lang="en-US" sz="1050" b="0" i="1" dirty="0">
                <a:solidFill>
                  <a:srgbClr val="1F3864"/>
                </a:solidFill>
                <a:latin typeface="Consolas"/>
              </a:rPr>
              <a:t>            nn.GELU(),</a:t>
            </a:r>
          </a:p>
          <a:p>
            <a:pPr marL="228600" indent="0">
              <a:buNone/>
            </a:pPr>
            <a:r>
              <a:rPr lang="en-US" sz="1050" b="0" i="1" dirty="0">
                <a:solidFill>
                  <a:srgbClr val="1F3864"/>
                </a:solidFill>
                <a:latin typeface="Consolas"/>
              </a:rPr>
              <a:t>            nn.Linear(d, d),</a:t>
            </a:r>
          </a:p>
          <a:p>
            <a:pPr marL="228600" indent="0">
              <a:buNone/>
            </a:pPr>
            <a:r>
              <a:rPr lang="en-US" sz="1050" b="0" i="1" dirty="0">
                <a:solidFill>
                  <a:srgbClr val="1F3864"/>
                </a:solidFill>
                <a:latin typeface="Consolas"/>
              </a:rPr>
              <a:t>        )</a:t>
            </a:r>
          </a:p>
          <a:p>
            <a:pPr marL="228600" indent="0">
              <a:buNone/>
            </a:pPr>
            <a:r>
              <a:rPr lang="en-US" sz="1050" b="0" i="1" dirty="0">
                <a:solidFill>
                  <a:srgbClr val="1F3864"/>
                </a:solidFill>
                <a:latin typeface="Consolas"/>
              </a:rPr>
              <a:t>    def forward(self, x):</a:t>
            </a:r>
          </a:p>
          <a:p>
            <a:pPr marL="228600" indent="0">
              <a:buNone/>
            </a:pPr>
            <a:r>
              <a:rPr lang="en-US" sz="1050" b="0" i="1" dirty="0">
                <a:solidFill>
                  <a:srgbClr val="1F3864"/>
                </a:solidFill>
                <a:latin typeface="Consolas"/>
              </a:rPr>
              <a:t>        return x + self.net(x)  # residual connection</a:t>
            </a:r>
          </a:p>
          <a:p>
            <a:pPr marL="0" indent="0">
              <a:buNone/>
            </a:pPr>
            <a:endParaRPr lang="en-US" sz="600" dirty="0"/>
          </a:p>
          <a:p>
            <a:pPr marL="0" indent="0">
              <a:buNone/>
            </a:pPr>
            <a:r>
              <a:rPr lang="en-US" sz="1400" b="1" dirty="0">
                <a:solidFill>
                  <a:srgbClr val="002060"/>
                </a:solidFill>
                <a:latin typeface="Helvetica Neue"/>
              </a:rPr>
              <a:t>nn.ModuleList: Dynamic Lists of Modules</a:t>
            </a:r>
          </a:p>
          <a:p>
            <a:pPr marL="228600" indent="0">
              <a:buNone/>
            </a:pPr>
            <a:r>
              <a:rPr lang="en-US" sz="1050" b="0" i="1" dirty="0">
                <a:solidFill>
                  <a:srgbClr val="1F3864"/>
                </a:solidFill>
                <a:latin typeface="Consolas"/>
              </a:rPr>
              <a:t>self.layers = nn.ModuleList([</a:t>
            </a:r>
          </a:p>
          <a:p>
            <a:pPr marL="228600" indent="0">
              <a:buNone/>
            </a:pPr>
            <a:r>
              <a:rPr lang="en-US" sz="1050" b="0" i="1" dirty="0">
                <a:solidFill>
                  <a:srgbClr val="1F3864"/>
                </a:solidFill>
                <a:latin typeface="Consolas"/>
              </a:rPr>
              <a:t>    nn.Linear(d, d) for _ in range(6)</a:t>
            </a:r>
          </a:p>
          <a:p>
            <a:pPr marL="228600" indent="0">
              <a:buNone/>
            </a:pPr>
            <a:r>
              <a:rPr lang="en-US" sz="1050" b="0" i="1" dirty="0">
                <a:solidFill>
                  <a:srgbClr val="1F3864"/>
                </a:solidFill>
                <a:latin typeface="Consolas"/>
              </a:rPr>
              <a:t>])</a:t>
            </a:r>
          </a:p>
          <a:p>
            <a:pPr marL="285750" indent="-285750">
              <a:buFont typeface="Arial"/>
              <a:buChar char="▸"/>
            </a:pPr>
            <a:r>
              <a:rPr lang="en-US" sz="1250" b="0" dirty="0">
                <a:solidFill>
                  <a:srgbClr val="000000"/>
                </a:solidFill>
                <a:latin typeface="Helvetica Neue"/>
              </a:rPr>
              <a:t>Unlike Python list: modules in ModuleList are tracked by PyTorch</a:t>
            </a:r>
          </a:p>
        </p:txBody>
      </p:sp>
      <p:sp>
        <p:nvSpPr>
          <p:cNvPr id="11" name="R"/>
          <p:cNvSpPr txBox="1"/>
          <p:nvPr/>
        </p:nvSpPr>
        <p:spPr>
          <a:xfrm>
            <a:off x="4651700" y="656850"/>
            <a:ext cx="4180600" cy="4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2500" lnSpcReduction="20000"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002060"/>
                </a:solidFill>
                <a:latin typeface="Helvetica Neue"/>
              </a:rPr>
              <a:t>Inspecting Models</a:t>
            </a:r>
          </a:p>
          <a:p>
            <a:pPr marL="228600" indent="0">
              <a:buNone/>
            </a:pPr>
            <a:r>
              <a:rPr lang="en-US" sz="1050" b="0" i="1" dirty="0">
                <a:solidFill>
                  <a:srgbClr val="1F3864"/>
                </a:solidFill>
                <a:latin typeface="Consolas"/>
              </a:rPr>
              <a:t>model = MyModel()</a:t>
            </a:r>
          </a:p>
          <a:p>
            <a:pPr marL="228600" indent="0">
              <a:buNone/>
            </a:pPr>
            <a:endParaRPr lang="en-US" sz="1050" b="0" i="1" dirty="0">
              <a:solidFill>
                <a:srgbClr val="1F3864"/>
              </a:solidFill>
              <a:latin typeface="Consolas"/>
            </a:endParaRPr>
          </a:p>
          <a:p>
            <a:pPr marL="228600" indent="0">
              <a:buNone/>
            </a:pPr>
            <a:r>
              <a:rPr lang="en-US" sz="1050" b="0" i="1" dirty="0">
                <a:solidFill>
                  <a:srgbClr val="1F3864"/>
                </a:solidFill>
                <a:latin typeface="Consolas"/>
              </a:rPr>
              <a:t># Total parameter count</a:t>
            </a:r>
          </a:p>
          <a:p>
            <a:pPr marL="228600" indent="0">
              <a:buNone/>
            </a:pPr>
            <a:r>
              <a:rPr lang="en-US" sz="1050" b="0" i="1" dirty="0">
                <a:solidFill>
                  <a:srgbClr val="1F3864"/>
                </a:solidFill>
                <a:latin typeface="Consolas"/>
              </a:rPr>
              <a:t>total = sum(p.numel() for p in model.parameters())</a:t>
            </a:r>
          </a:p>
          <a:p>
            <a:pPr marL="228600" indent="0">
              <a:buNone/>
            </a:pPr>
            <a:r>
              <a:rPr lang="en-US" sz="1050" b="0" i="1" dirty="0">
                <a:solidFill>
                  <a:srgbClr val="1F3864"/>
                </a:solidFill>
                <a:latin typeface="Consolas"/>
              </a:rPr>
              <a:t>trainable = sum(p.numel() for p in model.parameters()</a:t>
            </a:r>
          </a:p>
          <a:p>
            <a:pPr marL="228600" indent="0">
              <a:buNone/>
            </a:pPr>
            <a:r>
              <a:rPr lang="en-US" sz="1050" b="0" i="1" dirty="0">
                <a:solidFill>
                  <a:srgbClr val="1F3864"/>
                </a:solidFill>
                <a:latin typeface="Consolas"/>
              </a:rPr>
              <a:t>           if p.requires_grad)</a:t>
            </a:r>
          </a:p>
          <a:p>
            <a:pPr marL="228600" indent="0">
              <a:buNone/>
            </a:pPr>
            <a:r>
              <a:rPr lang="en-US" sz="1050" b="0" i="1" dirty="0">
                <a:solidFill>
                  <a:srgbClr val="1F3864"/>
                </a:solidFill>
                <a:latin typeface="Consolas"/>
              </a:rPr>
              <a:t>print(f'{total/1e6:.1f}M params, {trainable/1e6:.1f}M trainable')</a:t>
            </a:r>
          </a:p>
          <a:p>
            <a:pPr marL="0" indent="0">
              <a:buNone/>
            </a:pPr>
            <a:endParaRPr lang="en-US" sz="600" dirty="0"/>
          </a:p>
          <a:p>
            <a:pPr marL="228600" indent="0">
              <a:buNone/>
            </a:pPr>
            <a:r>
              <a:rPr lang="en-US" sz="1050" b="0" i="1" dirty="0">
                <a:solidFill>
                  <a:srgbClr val="1F3864"/>
                </a:solidFill>
                <a:latin typeface="Consolas"/>
              </a:rPr>
              <a:t># Named parameter shapes</a:t>
            </a:r>
          </a:p>
          <a:p>
            <a:pPr marL="228600" indent="0">
              <a:buNone/>
            </a:pPr>
            <a:r>
              <a:rPr lang="en-US" sz="1050" b="0" i="1" dirty="0">
                <a:solidFill>
                  <a:srgbClr val="1F3864"/>
                </a:solidFill>
                <a:latin typeface="Consolas"/>
              </a:rPr>
              <a:t>for name, p in model.named_parameters():</a:t>
            </a:r>
          </a:p>
          <a:p>
            <a:pPr marL="228600" indent="0">
              <a:buNone/>
            </a:pPr>
            <a:r>
              <a:rPr lang="en-US" sz="1050" b="0" i="1" dirty="0">
                <a:solidFill>
                  <a:srgbClr val="1F3864"/>
                </a:solidFill>
                <a:latin typeface="Consolas"/>
              </a:rPr>
              <a:t>    print(name, p.shape)</a:t>
            </a:r>
          </a:p>
          <a:p>
            <a:pPr marL="0" indent="0">
              <a:buNone/>
            </a:pPr>
            <a:endParaRPr lang="en-US" sz="600" dirty="0"/>
          </a:p>
          <a:p>
            <a:pPr marL="228600" indent="0">
              <a:buNone/>
            </a:pPr>
            <a:r>
              <a:rPr lang="en-US" sz="1050" b="0" i="1" dirty="0">
                <a:solidFill>
                  <a:srgbClr val="1F3864"/>
                </a:solidFill>
                <a:latin typeface="Consolas"/>
              </a:rPr>
              <a:t># Module tree</a:t>
            </a:r>
          </a:p>
          <a:p>
            <a:pPr marL="228600" indent="0">
              <a:buNone/>
            </a:pPr>
            <a:r>
              <a:rPr lang="en-US" sz="1050" b="0" i="1" dirty="0">
                <a:solidFill>
                  <a:srgbClr val="1F3864"/>
                </a:solidFill>
                <a:latin typeface="Consolas"/>
              </a:rPr>
              <a:t>print(model)</a:t>
            </a:r>
          </a:p>
          <a:p>
            <a:pPr marL="0" indent="0">
              <a:buNone/>
            </a:pPr>
            <a:endParaRPr lang="en-US" sz="600" dirty="0"/>
          </a:p>
          <a:p>
            <a:pPr marL="0" indent="0">
              <a:buNone/>
            </a:pPr>
            <a:r>
              <a:rPr lang="en-US" sz="1400" b="1" dirty="0">
                <a:solidFill>
                  <a:srgbClr val="002060"/>
                </a:solidFill>
                <a:latin typeface="Helvetica Neue"/>
              </a:rPr>
              <a:t>Saving and Loading Model Weights</a:t>
            </a:r>
          </a:p>
          <a:p>
            <a:pPr marL="228600" indent="0">
              <a:buNone/>
            </a:pPr>
            <a:r>
              <a:rPr lang="en-US" sz="1050" b="0" i="1" dirty="0">
                <a:solidFill>
                  <a:srgbClr val="1F3864"/>
                </a:solidFill>
                <a:latin typeface="Consolas"/>
              </a:rPr>
              <a:t># Save weights only (recommended)</a:t>
            </a:r>
          </a:p>
          <a:p>
            <a:pPr marL="228600" indent="0">
              <a:buNone/>
            </a:pPr>
            <a:r>
              <a:rPr lang="en-US" sz="1050" b="0" i="1" dirty="0">
                <a:solidFill>
                  <a:srgbClr val="1F3864"/>
                </a:solidFill>
                <a:latin typeface="Consolas"/>
              </a:rPr>
              <a:t>torch.save(model.state_dict(), 'model.pth')</a:t>
            </a:r>
          </a:p>
          <a:p>
            <a:pPr marL="0" indent="0">
              <a:buNone/>
            </a:pPr>
            <a:endParaRPr lang="en-US" sz="600" dirty="0"/>
          </a:p>
          <a:p>
            <a:pPr marL="228600" indent="0">
              <a:buNone/>
            </a:pPr>
            <a:r>
              <a:rPr lang="en-US" sz="1050" b="0" i="1" dirty="0">
                <a:solidFill>
                  <a:srgbClr val="1F3864"/>
                </a:solidFill>
                <a:latin typeface="Consolas"/>
              </a:rPr>
              <a:t># Load weights into a new model instance</a:t>
            </a:r>
          </a:p>
          <a:p>
            <a:pPr marL="228600" indent="0">
              <a:buNone/>
            </a:pPr>
            <a:r>
              <a:rPr lang="en-US" sz="1050" b="0" i="1" dirty="0">
                <a:solidFill>
                  <a:srgbClr val="1F3864"/>
                </a:solidFill>
                <a:latin typeface="Consolas"/>
              </a:rPr>
              <a:t>model2 = MyModel()</a:t>
            </a:r>
          </a:p>
          <a:p>
            <a:pPr marL="228600" indent="0">
              <a:buNone/>
            </a:pPr>
            <a:r>
              <a:rPr lang="en-US" sz="1050" b="0" i="1" dirty="0">
                <a:solidFill>
                  <a:srgbClr val="1F3864"/>
                </a:solidFill>
                <a:latin typeface="Consolas"/>
              </a:rPr>
              <a:t>model2.load_state_dict(torch.load('model.pth'))</a:t>
            </a:r>
          </a:p>
          <a:p>
            <a:pPr marL="0" indent="0">
              <a:buNone/>
            </a:pPr>
            <a:endParaRPr lang="en-US" sz="600" dirty="0"/>
          </a:p>
          <a:p>
            <a:pPr marL="285750" indent="-285750">
              <a:buFont typeface="Arial"/>
              <a:buChar char="▸"/>
            </a:pPr>
            <a:r>
              <a:rPr lang="en-US" sz="1250" b="0" dirty="0">
                <a:solidFill>
                  <a:srgbClr val="000000"/>
                </a:solidFill>
                <a:latin typeface="Helvetica Neue"/>
              </a:rPr>
              <a:t>Always save state_dict, never the entire model object</a:t>
            </a:r>
          </a:p>
          <a:p>
            <a:pPr marL="285750" indent="-285750">
              <a:buFont typeface="Arial"/>
              <a:buChar char="▸"/>
            </a:pPr>
            <a:r>
              <a:rPr lang="en-US" sz="1250" b="0" dirty="0">
                <a:solidFill>
                  <a:srgbClr val="000000"/>
                </a:solidFill>
                <a:latin typeface="Helvetica Neue"/>
              </a:rPr>
              <a:t>Entire model pickle embeds the class definition — breaks when code changes</a:t>
            </a:r>
          </a:p>
          <a:p>
            <a:pPr marL="285750" indent="-285750">
              <a:buFont typeface="Arial"/>
              <a:buChar char="▸"/>
            </a:pPr>
            <a:r>
              <a:rPr lang="en-US" sz="1250" b="0" dirty="0">
                <a:solidFill>
                  <a:srgbClr val="000000"/>
                </a:solidFill>
                <a:latin typeface="Helvetica Neue"/>
              </a:rPr>
              <a:t>state_dict is just a dict of tensors — portable and version-stable</a:t>
            </a:r>
          </a:p>
        </p:txBody>
      </p:sp>
      <p:sp>
        <p:nvSpPr>
          <p:cNvPr id="50" name="Ref"/>
          <p:cNvSpPr txBox="1"/>
          <p:nvPr/>
        </p:nvSpPr>
        <p:spPr>
          <a:xfrm>
            <a:off x="311700" y="4900000"/>
            <a:ext cx="8520600" cy="18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t" anchorCtr="0">
            <a:noAutofit/>
          </a:bodyPr>
          <a:lstStyle/>
          <a:p>
            <a:pPr marL="0" indent="0">
              <a:buNone/>
            </a:pPr>
            <a:r>
              <a:rPr lang="en-US" sz="900" i="1" dirty="0">
                <a:solidFill>
                  <a:srgbClr val="7F7F7F"/>
                </a:solidFill>
                <a:latin typeface="Helvetica Neue"/>
              </a:rPr>
              <a:t>Ref: PyTorch Save/Load Tutorial (pytorch.org/tutorials/beginner/saving_loading_models.html)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G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1"/>
          <p:cNvSpPr/>
          <p:nvPr/>
        </p:nvSpPr>
        <p:spPr>
          <a:xfrm>
            <a:off x="0" y="0"/>
            <a:ext cx="9144000" cy="210172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rtlCol="0" anchor="ctr"/>
          <a:lstStyle/>
          <a:p>
            <a:endParaRPr lang="en-US" sz="1200" dirty="0"/>
          </a:p>
        </p:txBody>
      </p:sp>
      <p:sp>
        <p:nvSpPr>
          <p:cNvPr id="3" name="R2"/>
          <p:cNvSpPr/>
          <p:nvPr/>
        </p:nvSpPr>
        <p:spPr>
          <a:xfrm>
            <a:off x="0" y="5103529"/>
            <a:ext cx="9144000" cy="67092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rtlCol="0" anchor="ctr"/>
          <a:lstStyle/>
          <a:p>
            <a:endParaRPr lang="en-US" sz="500" dirty="0"/>
          </a:p>
        </p:txBody>
      </p:sp>
      <p:sp>
        <p:nvSpPr>
          <p:cNvPr id="100" name="Ttl"/>
          <p:cNvSpPr txBox="1">
            <a:spLocks noGrp="1"/>
          </p:cNvSpPr>
          <p:nvPr>
            <p:ph type="title"/>
          </p:nvPr>
        </p:nvSpPr>
        <p:spPr>
          <a:xfrm>
            <a:off x="311700" y="207100"/>
            <a:ext cx="8520600" cy="555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lvl="0" algn="l"/>
            <a:r>
              <a:rPr lang="en-US" b="1" dirty="0">
                <a:solidFill>
                  <a:schemeClr val="tx1"/>
                </a:solidFill>
              </a:rPr>
              <a:t>Defining a Complete Model: A Worked Example</a:t>
            </a:r>
          </a:p>
        </p:txBody>
      </p:sp>
      <p:sp>
        <p:nvSpPr>
          <p:cNvPr id="10" name="L"/>
          <p:cNvSpPr txBox="1"/>
          <p:nvPr/>
        </p:nvSpPr>
        <p:spPr>
          <a:xfrm>
            <a:off x="311700" y="856537"/>
            <a:ext cx="4180000" cy="4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002060"/>
                </a:solidFill>
                <a:latin typeface="Helvetica Neue"/>
              </a:rPr>
              <a:t>A Complete 3-Layer MLP Classifier</a:t>
            </a:r>
          </a:p>
          <a:p>
            <a:pPr marL="228600" indent="0">
              <a:buNone/>
            </a:pPr>
            <a:r>
              <a:rPr lang="en-US" sz="1050" b="0" i="1" dirty="0">
                <a:solidFill>
                  <a:srgbClr val="1F3864"/>
                </a:solidFill>
                <a:latin typeface="Consolas"/>
              </a:rPr>
              <a:t>class MLPClassifier(nn.Module):</a:t>
            </a:r>
          </a:p>
          <a:p>
            <a:pPr marL="228600" indent="0">
              <a:buNone/>
            </a:pPr>
            <a:r>
              <a:rPr lang="en-US" sz="1050" b="0" i="1" dirty="0">
                <a:solidFill>
                  <a:srgbClr val="1F3864"/>
                </a:solidFill>
                <a:latin typeface="Consolas"/>
              </a:rPr>
              <a:t>    def __init__(self, input_dim, hidden_dim,</a:t>
            </a:r>
          </a:p>
          <a:p>
            <a:pPr marL="228600" indent="0">
              <a:buNone/>
            </a:pPr>
            <a:r>
              <a:rPr lang="en-US" sz="1050" b="0" i="1" dirty="0">
                <a:solidFill>
                  <a:srgbClr val="1F3864"/>
                </a:solidFill>
                <a:latin typeface="Consolas"/>
              </a:rPr>
              <a:t>                 output_dim, dropout=0.1):</a:t>
            </a:r>
          </a:p>
          <a:p>
            <a:pPr marL="228600" indent="0">
              <a:buNone/>
            </a:pPr>
            <a:r>
              <a:rPr lang="en-US" sz="1050" b="0" i="1" dirty="0">
                <a:solidFill>
                  <a:srgbClr val="1F3864"/>
                </a:solidFill>
                <a:latin typeface="Consolas"/>
              </a:rPr>
              <a:t>        super().__init__()</a:t>
            </a:r>
          </a:p>
          <a:p>
            <a:pPr marL="228600" indent="0">
              <a:buNone/>
            </a:pPr>
            <a:r>
              <a:rPr lang="en-US" sz="1050" b="0" i="1" dirty="0">
                <a:solidFill>
                  <a:srgbClr val="1F3864"/>
                </a:solidFill>
                <a:latin typeface="Consolas"/>
              </a:rPr>
              <a:t>        self.net = nn.Sequential(</a:t>
            </a:r>
          </a:p>
          <a:p>
            <a:pPr marL="228600" indent="0">
              <a:buNone/>
            </a:pPr>
            <a:r>
              <a:rPr lang="en-US" sz="1050" b="0" i="1" dirty="0">
                <a:solidFill>
                  <a:srgbClr val="1F3864"/>
                </a:solidFill>
                <a:latin typeface="Consolas"/>
              </a:rPr>
              <a:t>            nn.Linear(input_dim, hidden_dim),</a:t>
            </a:r>
          </a:p>
          <a:p>
            <a:pPr marL="228600" indent="0">
              <a:buNone/>
            </a:pPr>
            <a:r>
              <a:rPr lang="en-US" sz="1050" b="0" i="1" dirty="0">
                <a:solidFill>
                  <a:srgbClr val="1F3864"/>
                </a:solidFill>
                <a:latin typeface="Consolas"/>
              </a:rPr>
              <a:t>            nn.LayerNorm(hidden_dim),</a:t>
            </a:r>
          </a:p>
          <a:p>
            <a:pPr marL="228600" indent="0">
              <a:buNone/>
            </a:pPr>
            <a:r>
              <a:rPr lang="en-US" sz="1050" b="0" i="1" dirty="0">
                <a:solidFill>
                  <a:srgbClr val="1F3864"/>
                </a:solidFill>
                <a:latin typeface="Consolas"/>
              </a:rPr>
              <a:t>            nn.GELU(),</a:t>
            </a:r>
          </a:p>
          <a:p>
            <a:pPr marL="228600" indent="0">
              <a:buNone/>
            </a:pPr>
            <a:r>
              <a:rPr lang="en-US" sz="1050" b="0" i="1" dirty="0">
                <a:solidFill>
                  <a:srgbClr val="1F3864"/>
                </a:solidFill>
                <a:latin typeface="Consolas"/>
              </a:rPr>
              <a:t>            nn.Dropout(dropout),</a:t>
            </a:r>
          </a:p>
          <a:p>
            <a:pPr marL="228600" indent="0">
              <a:buNone/>
            </a:pPr>
            <a:r>
              <a:rPr lang="en-US" sz="1050" b="0" i="1" dirty="0">
                <a:solidFill>
                  <a:srgbClr val="1F3864"/>
                </a:solidFill>
                <a:latin typeface="Consolas"/>
              </a:rPr>
              <a:t>            nn.Linear(hidden_dim, hidden_dim),</a:t>
            </a:r>
          </a:p>
          <a:p>
            <a:pPr marL="228600" indent="0">
              <a:buNone/>
            </a:pPr>
            <a:r>
              <a:rPr lang="en-US" sz="1050" b="0" i="1" dirty="0">
                <a:solidFill>
                  <a:srgbClr val="1F3864"/>
                </a:solidFill>
                <a:latin typeface="Consolas"/>
              </a:rPr>
              <a:t>            nn.LayerNorm(hidden_dim),</a:t>
            </a:r>
          </a:p>
          <a:p>
            <a:pPr marL="228600" indent="0">
              <a:buNone/>
            </a:pPr>
            <a:r>
              <a:rPr lang="en-US" sz="1050" b="0" i="1" dirty="0">
                <a:solidFill>
                  <a:srgbClr val="1F3864"/>
                </a:solidFill>
                <a:latin typeface="Consolas"/>
              </a:rPr>
              <a:t>            nn.GELU(),</a:t>
            </a:r>
          </a:p>
          <a:p>
            <a:pPr marL="228600" indent="0">
              <a:buNone/>
            </a:pPr>
            <a:r>
              <a:rPr lang="en-US" sz="1050" b="0" i="1" dirty="0">
                <a:solidFill>
                  <a:srgbClr val="1F3864"/>
                </a:solidFill>
                <a:latin typeface="Consolas"/>
              </a:rPr>
              <a:t>            nn.Dropout(dropout),</a:t>
            </a:r>
          </a:p>
          <a:p>
            <a:pPr marL="228600" indent="0">
              <a:buNone/>
            </a:pPr>
            <a:r>
              <a:rPr lang="en-US" sz="1050" b="0" i="1" dirty="0">
                <a:solidFill>
                  <a:srgbClr val="1F3864"/>
                </a:solidFill>
                <a:latin typeface="Consolas"/>
              </a:rPr>
              <a:t>            nn.Linear(hidden_dim, output_dim),</a:t>
            </a:r>
          </a:p>
          <a:p>
            <a:pPr marL="228600" indent="0">
              <a:buNone/>
            </a:pPr>
            <a:r>
              <a:rPr lang="en-US" sz="1050" b="0" i="1" dirty="0">
                <a:solidFill>
                  <a:srgbClr val="1F3864"/>
                </a:solidFill>
                <a:latin typeface="Consolas"/>
              </a:rPr>
              <a:t>        )</a:t>
            </a:r>
          </a:p>
          <a:p>
            <a:pPr marL="228600" indent="0">
              <a:buNone/>
            </a:pPr>
            <a:r>
              <a:rPr lang="en-US" sz="1050" b="0" i="1" dirty="0">
                <a:solidFill>
                  <a:srgbClr val="1F3864"/>
                </a:solidFill>
                <a:latin typeface="Consolas"/>
              </a:rPr>
              <a:t>    def forward(self, x):</a:t>
            </a:r>
          </a:p>
          <a:p>
            <a:pPr marL="228600" indent="0">
              <a:buNone/>
            </a:pPr>
            <a:r>
              <a:rPr lang="en-US" sz="1050" b="0" i="1" dirty="0">
                <a:solidFill>
                  <a:srgbClr val="1F3864"/>
                </a:solidFill>
                <a:latin typeface="Consolas"/>
              </a:rPr>
              <a:t>        return self.net(x)</a:t>
            </a:r>
          </a:p>
          <a:p>
            <a:pPr marL="0" indent="0">
              <a:buNone/>
            </a:pPr>
            <a:endParaRPr lang="en-US" sz="600" dirty="0"/>
          </a:p>
          <a:p>
            <a:pPr marL="228600" indent="0">
              <a:buNone/>
            </a:pPr>
            <a:r>
              <a:rPr lang="en-US" sz="1050" b="0" i="1" dirty="0">
                <a:solidFill>
                  <a:srgbClr val="1F3864"/>
                </a:solidFill>
                <a:latin typeface="Consolas"/>
              </a:rPr>
              <a:t>model = MLPClassifier(784, 512, 10).to('cuda')</a:t>
            </a:r>
          </a:p>
          <a:p>
            <a:pPr marL="228600" indent="0">
              <a:buNone/>
            </a:pPr>
            <a:r>
              <a:rPr lang="en-US" sz="1050" b="0" i="1" dirty="0">
                <a:solidFill>
                  <a:srgbClr val="1F3864"/>
                </a:solidFill>
                <a:latin typeface="Consolas"/>
              </a:rPr>
              <a:t>print(model)  # shows full architecture</a:t>
            </a:r>
          </a:p>
          <a:p>
            <a:pPr marL="228600" indent="0">
              <a:buNone/>
            </a:pPr>
            <a:r>
              <a:rPr lang="en-US" sz="1050" b="0" i="1" dirty="0">
                <a:solidFill>
                  <a:srgbClr val="1F3864"/>
                </a:solidFill>
                <a:latin typeface="Consolas"/>
              </a:rPr>
              <a:t># 784-&gt;512-&gt;512-&gt;10 = ~800K parameters</a:t>
            </a:r>
          </a:p>
        </p:txBody>
      </p:sp>
      <p:sp>
        <p:nvSpPr>
          <p:cNvPr id="11" name="R"/>
          <p:cNvSpPr txBox="1"/>
          <p:nvPr/>
        </p:nvSpPr>
        <p:spPr>
          <a:xfrm>
            <a:off x="4651700" y="762400"/>
            <a:ext cx="4180600" cy="4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85000" lnSpcReduction="20000"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002060"/>
                </a:solidFill>
                <a:latin typeface="Helvetica Neue"/>
              </a:rPr>
              <a:t>A Mini Transformer for Text Classification</a:t>
            </a:r>
          </a:p>
          <a:p>
            <a:pPr marL="228600" indent="0">
              <a:buNone/>
            </a:pPr>
            <a:r>
              <a:rPr lang="en-US" sz="1050" b="0" i="1" dirty="0">
                <a:solidFill>
                  <a:srgbClr val="1F3864"/>
                </a:solidFill>
                <a:latin typeface="Consolas"/>
              </a:rPr>
              <a:t>class TextClassifier(nn.Module):</a:t>
            </a:r>
          </a:p>
          <a:p>
            <a:pPr marL="228600" indent="0">
              <a:buNone/>
            </a:pPr>
            <a:r>
              <a:rPr lang="en-US" sz="1050" b="0" i="1" dirty="0">
                <a:solidFill>
                  <a:srgbClr val="1F3864"/>
                </a:solidFill>
                <a:latin typeface="Consolas"/>
              </a:rPr>
              <a:t>    def __init__(self, vocab, d=128, h=4, layers=2):</a:t>
            </a:r>
          </a:p>
          <a:p>
            <a:pPr marL="228600" indent="0">
              <a:buNone/>
            </a:pPr>
            <a:r>
              <a:rPr lang="en-US" sz="1050" b="0" i="1" dirty="0">
                <a:solidFill>
                  <a:srgbClr val="1F3864"/>
                </a:solidFill>
                <a:latin typeface="Consolas"/>
              </a:rPr>
              <a:t>        super().__init__()</a:t>
            </a:r>
          </a:p>
          <a:p>
            <a:pPr marL="228600" indent="0">
              <a:buNone/>
            </a:pPr>
            <a:r>
              <a:rPr lang="en-US" sz="1050" b="0" i="1" dirty="0">
                <a:solidFill>
                  <a:srgbClr val="1F3864"/>
                </a:solidFill>
                <a:latin typeface="Consolas"/>
              </a:rPr>
              <a:t>        self.embed  = nn.Embedding(vocab, d)</a:t>
            </a:r>
          </a:p>
          <a:p>
            <a:pPr marL="228600" indent="0">
              <a:buNone/>
            </a:pPr>
            <a:r>
              <a:rPr lang="en-US" sz="1050" b="0" i="1" dirty="0">
                <a:solidFill>
                  <a:srgbClr val="1F3864"/>
                </a:solidFill>
                <a:latin typeface="Consolas"/>
              </a:rPr>
              <a:t>        self.layers = nn.ModuleList([</a:t>
            </a:r>
          </a:p>
          <a:p>
            <a:pPr marL="228600" indent="0">
              <a:buNone/>
            </a:pPr>
            <a:r>
              <a:rPr lang="en-US" sz="1050" b="0" i="1" dirty="0">
                <a:solidFill>
                  <a:srgbClr val="1F3864"/>
                </a:solidFill>
                <a:latin typeface="Consolas"/>
              </a:rPr>
              <a:t>            nn.TransformerEncoderLayer(</a:t>
            </a:r>
          </a:p>
          <a:p>
            <a:pPr marL="228600" indent="0">
              <a:buNone/>
            </a:pPr>
            <a:r>
              <a:rPr lang="en-US" sz="1050" b="0" i="1" dirty="0">
                <a:solidFill>
                  <a:srgbClr val="1F3864"/>
                </a:solidFill>
                <a:latin typeface="Consolas"/>
              </a:rPr>
              <a:t>               d_model=d, nhead=h,</a:t>
            </a:r>
          </a:p>
          <a:p>
            <a:pPr marL="228600" indent="0">
              <a:buNone/>
            </a:pPr>
            <a:r>
              <a:rPr lang="en-US" sz="1050" b="0" i="1" dirty="0">
                <a:solidFill>
                  <a:srgbClr val="1F3864"/>
                </a:solidFill>
                <a:latin typeface="Consolas"/>
              </a:rPr>
              <a:t>               dim_feedforward=d*4,</a:t>
            </a:r>
          </a:p>
          <a:p>
            <a:pPr marL="228600" indent="0">
              <a:buNone/>
            </a:pPr>
            <a:r>
              <a:rPr lang="en-US" sz="1050" b="0" i="1" dirty="0">
                <a:solidFill>
                  <a:srgbClr val="1F3864"/>
                </a:solidFill>
                <a:latin typeface="Consolas"/>
              </a:rPr>
              <a:t>               batch_first=True,</a:t>
            </a:r>
          </a:p>
          <a:p>
            <a:pPr marL="228600" indent="0">
              <a:buNone/>
            </a:pPr>
            <a:r>
              <a:rPr lang="en-US" sz="1050" b="0" i="1" dirty="0">
                <a:solidFill>
                  <a:srgbClr val="1F3864"/>
                </a:solidFill>
                <a:latin typeface="Consolas"/>
              </a:rPr>
              <a:t>               norm_first=True,</a:t>
            </a:r>
          </a:p>
          <a:p>
            <a:pPr marL="228600" indent="0">
              <a:buNone/>
            </a:pPr>
            <a:r>
              <a:rPr lang="en-US" sz="1050" b="0" i="1" dirty="0">
                <a:solidFill>
                  <a:srgbClr val="1F3864"/>
                </a:solidFill>
                <a:latin typeface="Consolas"/>
              </a:rPr>
              <a:t>            ) for _ in range(layers)</a:t>
            </a:r>
          </a:p>
          <a:p>
            <a:pPr marL="228600" indent="0">
              <a:buNone/>
            </a:pPr>
            <a:r>
              <a:rPr lang="en-US" sz="1050" b="0" i="1" dirty="0">
                <a:solidFill>
                  <a:srgbClr val="1F3864"/>
                </a:solidFill>
                <a:latin typeface="Consolas"/>
              </a:rPr>
              <a:t>        ])</a:t>
            </a:r>
          </a:p>
          <a:p>
            <a:pPr marL="228600" indent="0">
              <a:buNone/>
            </a:pPr>
            <a:r>
              <a:rPr lang="en-US" sz="1050" b="0" i="1" dirty="0">
                <a:solidFill>
                  <a:srgbClr val="1F3864"/>
                </a:solidFill>
                <a:latin typeface="Consolas"/>
              </a:rPr>
              <a:t>        self.head = nn.Linear(d, 2)  # binary</a:t>
            </a:r>
          </a:p>
          <a:p>
            <a:pPr marL="228600" indent="0">
              <a:buNone/>
            </a:pPr>
            <a:endParaRPr lang="en-US" sz="1050" b="0" i="1" dirty="0">
              <a:solidFill>
                <a:srgbClr val="1F3864"/>
              </a:solidFill>
              <a:latin typeface="Consolas"/>
            </a:endParaRPr>
          </a:p>
          <a:p>
            <a:pPr marL="228600" indent="0">
              <a:buNone/>
            </a:pPr>
            <a:r>
              <a:rPr lang="en-US" sz="1050" b="0" i="1" dirty="0">
                <a:solidFill>
                  <a:srgbClr val="1F3864"/>
                </a:solidFill>
                <a:latin typeface="Consolas"/>
              </a:rPr>
              <a:t>    def forward(self, token_ids):</a:t>
            </a:r>
          </a:p>
          <a:p>
            <a:pPr marL="228600" indent="0">
              <a:buNone/>
            </a:pPr>
            <a:r>
              <a:rPr lang="en-US" sz="1050" b="0" i="1" dirty="0">
                <a:solidFill>
                  <a:srgbClr val="1F3864"/>
                </a:solidFill>
                <a:latin typeface="Consolas"/>
              </a:rPr>
              <a:t>        x = self.embed(token_ids)   # (B,T,d)</a:t>
            </a:r>
          </a:p>
          <a:p>
            <a:pPr marL="228600" indent="0">
              <a:buNone/>
            </a:pPr>
            <a:r>
              <a:rPr lang="en-US" sz="1050" b="0" i="1" dirty="0">
                <a:solidFill>
                  <a:srgbClr val="1F3864"/>
                </a:solidFill>
                <a:latin typeface="Consolas"/>
              </a:rPr>
              <a:t>        for layer in self.layers:</a:t>
            </a:r>
          </a:p>
          <a:p>
            <a:pPr marL="228600" indent="0">
              <a:buNone/>
            </a:pPr>
            <a:r>
              <a:rPr lang="en-US" sz="1050" b="0" i="1" dirty="0">
                <a:solidFill>
                  <a:srgbClr val="1F3864"/>
                </a:solidFill>
                <a:latin typeface="Consolas"/>
              </a:rPr>
              <a:t>            x = layer(x)</a:t>
            </a:r>
          </a:p>
          <a:p>
            <a:pPr marL="228600" indent="0">
              <a:buNone/>
            </a:pPr>
            <a:r>
              <a:rPr lang="en-US" sz="1050" b="0" i="1" dirty="0">
                <a:solidFill>
                  <a:srgbClr val="1F3864"/>
                </a:solidFill>
                <a:latin typeface="Consolas"/>
              </a:rPr>
              <a:t>        return self.head(x.mean(1)) # pool over T</a:t>
            </a:r>
          </a:p>
          <a:p>
            <a:pPr marL="0" indent="0">
              <a:buNone/>
            </a:pPr>
            <a:endParaRPr lang="en-US" sz="600" dirty="0"/>
          </a:p>
          <a:p>
            <a:pPr marL="0" indent="0">
              <a:buNone/>
            </a:pPr>
            <a:r>
              <a:rPr lang="en-US" sz="1400" b="1" dirty="0">
                <a:solidFill>
                  <a:srgbClr val="002060"/>
                </a:solidFill>
                <a:latin typeface="Helvetica Neue"/>
              </a:rPr>
              <a:t>Weight Initialisation</a:t>
            </a:r>
          </a:p>
          <a:p>
            <a:pPr marL="285750" indent="-285750">
              <a:buFont typeface="Arial"/>
              <a:buChar char="▸"/>
            </a:pPr>
            <a:r>
              <a:rPr lang="en-US" sz="1250" b="0" dirty="0">
                <a:solidFill>
                  <a:srgbClr val="000000"/>
                </a:solidFill>
                <a:latin typeface="Helvetica Neue"/>
              </a:rPr>
              <a:t>PyTorch default: Kaiming uniform for Linear and Conv (good for ReLU/GELU)</a:t>
            </a:r>
          </a:p>
          <a:p>
            <a:pPr marL="285750" indent="-285750">
              <a:buFont typeface="Arial"/>
              <a:buChar char="▸"/>
            </a:pPr>
            <a:r>
              <a:rPr lang="en-US" sz="1250" b="0" dirty="0">
                <a:solidFill>
                  <a:srgbClr val="000000"/>
                </a:solidFill>
                <a:latin typeface="Helvetica Neue"/>
              </a:rPr>
              <a:t>Custom init: model.apply(init_fn) applies a function to every sub-module</a:t>
            </a:r>
          </a:p>
          <a:p>
            <a:pPr marL="228600" indent="0">
              <a:buNone/>
            </a:pPr>
            <a:r>
              <a:rPr lang="en-US" sz="1050" b="0" i="1" dirty="0">
                <a:solidFill>
                  <a:srgbClr val="1F3864"/>
                </a:solidFill>
                <a:latin typeface="Consolas"/>
              </a:rPr>
              <a:t>def init_weights(m):</a:t>
            </a:r>
          </a:p>
          <a:p>
            <a:pPr marL="228600" indent="0">
              <a:buNone/>
            </a:pPr>
            <a:r>
              <a:rPr lang="en-US" sz="1050" b="0" i="1" dirty="0">
                <a:solidFill>
                  <a:srgbClr val="1F3864"/>
                </a:solidFill>
                <a:latin typeface="Consolas"/>
              </a:rPr>
              <a:t>    if isinstance(m, nn.Linear):</a:t>
            </a:r>
          </a:p>
          <a:p>
            <a:pPr marL="228600" indent="0">
              <a:buNone/>
            </a:pPr>
            <a:r>
              <a:rPr lang="en-US" sz="1050" b="0" i="1" dirty="0">
                <a:solidFill>
                  <a:srgbClr val="1F3864"/>
                </a:solidFill>
                <a:latin typeface="Consolas"/>
              </a:rPr>
              <a:t>        nn.init.xavier_uniform_(m.weight)</a:t>
            </a:r>
          </a:p>
          <a:p>
            <a:pPr marL="228600" indent="0">
              <a:buNone/>
            </a:pPr>
            <a:r>
              <a:rPr lang="en-US" sz="1050" b="0" i="1" dirty="0">
                <a:solidFill>
                  <a:srgbClr val="1F3864"/>
                </a:solidFill>
                <a:latin typeface="Consolas"/>
              </a:rPr>
              <a:t>        nn.init.zeros_(m.bias)</a:t>
            </a:r>
          </a:p>
          <a:p>
            <a:pPr marL="228600" indent="0">
              <a:buNone/>
            </a:pPr>
            <a:r>
              <a:rPr lang="en-US" sz="1050" b="0" i="1" dirty="0">
                <a:solidFill>
                  <a:srgbClr val="1F3864"/>
                </a:solidFill>
                <a:latin typeface="Consolas"/>
              </a:rPr>
              <a:t>model.apply(init_weights)</a:t>
            </a:r>
          </a:p>
        </p:txBody>
      </p:sp>
      <p:sp>
        <p:nvSpPr>
          <p:cNvPr id="50" name="Ref"/>
          <p:cNvSpPr txBox="1"/>
          <p:nvPr/>
        </p:nvSpPr>
        <p:spPr>
          <a:xfrm>
            <a:off x="311700" y="4900000"/>
            <a:ext cx="8520600" cy="18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t" anchorCtr="0">
            <a:noAutofit/>
          </a:bodyPr>
          <a:lstStyle/>
          <a:p>
            <a:pPr marL="0" indent="0">
              <a:buNone/>
            </a:pPr>
            <a:r>
              <a:rPr lang="en-US" sz="900" i="1" dirty="0">
                <a:solidFill>
                  <a:srgbClr val="7F7F7F"/>
                </a:solidFill>
                <a:latin typeface="Helvetica Neue"/>
              </a:rPr>
              <a:t>Ref: Glorot &amp; Bengio, Understanding Difficulty of Training Deep Feedforward Networks, AISTATS 2010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G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1"/>
          <p:cNvSpPr/>
          <p:nvPr/>
        </p:nvSpPr>
        <p:spPr>
          <a:xfrm>
            <a:off x="0" y="0"/>
            <a:ext cx="9144000" cy="210172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rtlCol="0" anchor="ctr"/>
          <a:lstStyle/>
          <a:p>
            <a:endParaRPr lang="en-US" sz="1200" dirty="0"/>
          </a:p>
        </p:txBody>
      </p:sp>
      <p:sp>
        <p:nvSpPr>
          <p:cNvPr id="3" name="R2"/>
          <p:cNvSpPr/>
          <p:nvPr/>
        </p:nvSpPr>
        <p:spPr>
          <a:xfrm>
            <a:off x="0" y="5103529"/>
            <a:ext cx="9144000" cy="67092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rtlCol="0" anchor="ctr"/>
          <a:lstStyle/>
          <a:p>
            <a:endParaRPr lang="en-US" sz="500" dirty="0"/>
          </a:p>
        </p:txBody>
      </p:sp>
      <p:sp>
        <p:nvSpPr>
          <p:cNvPr id="100" name="Ttl"/>
          <p:cNvSpPr txBox="1">
            <a:spLocks noGrp="1"/>
          </p:cNvSpPr>
          <p:nvPr>
            <p:ph type="title"/>
          </p:nvPr>
        </p:nvSpPr>
        <p:spPr>
          <a:xfrm>
            <a:off x="311700" y="207100"/>
            <a:ext cx="8520600" cy="555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lvl="0" algn="l"/>
            <a:r>
              <a:rPr lang="en-US" b="1" dirty="0">
                <a:solidFill>
                  <a:schemeClr val="tx1"/>
                </a:solidFill>
              </a:rPr>
              <a:t>Segment 2 Summary: Building Models with nn.Module</a:t>
            </a:r>
          </a:p>
        </p:txBody>
      </p:sp>
      <p:sp>
        <p:nvSpPr>
          <p:cNvPr id="10" name="Body"/>
          <p:cNvSpPr txBox="1"/>
          <p:nvPr/>
        </p:nvSpPr>
        <p:spPr>
          <a:xfrm>
            <a:off x="311700" y="856537"/>
            <a:ext cx="8520600" cy="404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285750" indent="-285750">
              <a:buFont typeface="Arial"/>
              <a:buChar char="✓"/>
            </a:pPr>
            <a:r>
              <a:rPr lang="en-US" sz="1400" dirty="0">
                <a:solidFill>
                  <a:srgbClr val="000000"/>
                </a:solidFill>
                <a:latin typeface="Helvetica Neue"/>
              </a:rPr>
              <a:t>nn.Module is the fundamental building block: it automatically tracks parameters, enables .to(device), and provides train/eval mode switching — never use raw tensors for weights</a:t>
            </a:r>
          </a:p>
          <a:p>
            <a:pPr marL="0" indent="0">
              <a:buNone/>
            </a:pPr>
            <a:endParaRPr lang="en-US" sz="600" dirty="0"/>
          </a:p>
          <a:p>
            <a:pPr marL="285750" indent="-285750">
              <a:buFont typeface="Arial"/>
              <a:buChar char="✓"/>
            </a:pPr>
            <a:r>
              <a:rPr lang="en-US" sz="1400" dirty="0">
                <a:solidFill>
                  <a:srgbClr val="000000"/>
                </a:solidFill>
                <a:latin typeface="Helvetica Neue"/>
              </a:rPr>
              <a:t>Implement __init__ to define layers and forward to define computation. Always call super().__init__(). Call the model like a function: model(x) — never model.forward(x)</a:t>
            </a:r>
          </a:p>
          <a:p>
            <a:pPr marL="0" indent="0">
              <a:buNone/>
            </a:pPr>
            <a:endParaRPr lang="en-US" sz="600" dirty="0"/>
          </a:p>
          <a:p>
            <a:pPr marL="285750" indent="-285750">
              <a:buFont typeface="Arial"/>
              <a:buChar char="✓"/>
            </a:pPr>
            <a:r>
              <a:rPr lang="en-US" sz="1400" dirty="0">
                <a:solidFill>
                  <a:srgbClr val="000000"/>
                </a:solidFill>
                <a:latin typeface="Helvetica Neue"/>
              </a:rPr>
              <a:t>Essential layers: nn.Linear (MLP), nn.Conv2d (vision), nn.LayerNorm + nn.MultiheadAttention (Transformers), nn.Embedding (NLP), nn.Dropout (regularisation)</a:t>
            </a:r>
          </a:p>
          <a:p>
            <a:pPr marL="0" indent="0">
              <a:buNone/>
            </a:pPr>
            <a:endParaRPr lang="en-US" sz="600" dirty="0"/>
          </a:p>
          <a:p>
            <a:pPr marL="285750" indent="-285750">
              <a:buFont typeface="Arial"/>
              <a:buChar char="✓"/>
            </a:pPr>
            <a:r>
              <a:rPr lang="en-US" sz="1400" dirty="0">
                <a:solidFill>
                  <a:srgbClr val="000000"/>
                </a:solidFill>
                <a:latin typeface="Helvetica Neue"/>
              </a:rPr>
              <a:t>Inspect models with model.parameters() for optimisation, named_parameters() for debugging, model.state_dict() for saving/loading</a:t>
            </a:r>
          </a:p>
          <a:p>
            <a:pPr marL="0" indent="0">
              <a:buNone/>
            </a:pPr>
            <a:endParaRPr lang="en-US" sz="600" dirty="0"/>
          </a:p>
          <a:p>
            <a:pPr marL="285750" indent="-285750">
              <a:buFont typeface="Arial"/>
              <a:buChar char="✓"/>
            </a:pPr>
            <a:r>
              <a:rPr lang="en-US" sz="1400" dirty="0">
                <a:solidFill>
                  <a:srgbClr val="000000"/>
                </a:solidFill>
                <a:latin typeface="Helvetica Neue"/>
              </a:rPr>
              <a:t>Always save and load state_dict, never the entire model object — it is just a dict of tensors and remains portable across code changes and PyTorch versions</a:t>
            </a:r>
          </a:p>
          <a:p>
            <a:pPr marL="0" indent="0">
              <a:buNone/>
            </a:pPr>
            <a:endParaRPr lang="en-US" sz="6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G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1"/>
          <p:cNvSpPr/>
          <p:nvPr/>
        </p:nvSpPr>
        <p:spPr>
          <a:xfrm>
            <a:off x="0" y="0"/>
            <a:ext cx="9144000" cy="210172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rtlCol="0" anchor="ctr"/>
          <a:lstStyle/>
          <a:p>
            <a:endParaRPr lang="en-US" sz="1200" dirty="0"/>
          </a:p>
        </p:txBody>
      </p:sp>
      <p:sp>
        <p:nvSpPr>
          <p:cNvPr id="3" name="R2"/>
          <p:cNvSpPr/>
          <p:nvPr/>
        </p:nvSpPr>
        <p:spPr>
          <a:xfrm>
            <a:off x="0" y="5103529"/>
            <a:ext cx="9144000" cy="67092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rtlCol="0" anchor="ctr"/>
          <a:lstStyle/>
          <a:p>
            <a:endParaRPr lang="en-US" sz="500" dirty="0"/>
          </a:p>
        </p:txBody>
      </p:sp>
      <p:sp>
        <p:nvSpPr>
          <p:cNvPr id="109" name="Ttl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 fontScale="9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100" b="1" dirty="0">
                <a:solidFill>
                  <a:schemeClr val="tx1"/>
                </a:solidFill>
              </a:rPr>
              <a:t>Segment 3: The Standard Training Loop</a:t>
            </a:r>
          </a:p>
          <a:p>
            <a:pPr lvl="0"/>
            <a:r>
              <a:rPr lang="en-US" b="0" dirty="0">
                <a:solidFill>
                  <a:schemeClr val="tx1"/>
                </a:solidFill>
              </a:rPr>
              <a:t>The heartbeat of AI training — forward pass, loss, backward pass, optimiser step — repeated millions of times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G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1"/>
          <p:cNvSpPr/>
          <p:nvPr/>
        </p:nvSpPr>
        <p:spPr>
          <a:xfrm>
            <a:off x="0" y="0"/>
            <a:ext cx="9144000" cy="210172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rtlCol="0" anchor="ctr"/>
          <a:lstStyle/>
          <a:p>
            <a:endParaRPr lang="en-US" sz="1200" dirty="0"/>
          </a:p>
        </p:txBody>
      </p:sp>
      <p:sp>
        <p:nvSpPr>
          <p:cNvPr id="3" name="R2"/>
          <p:cNvSpPr/>
          <p:nvPr/>
        </p:nvSpPr>
        <p:spPr>
          <a:xfrm>
            <a:off x="0" y="5103529"/>
            <a:ext cx="9144000" cy="67092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rtlCol="0" anchor="ctr"/>
          <a:lstStyle/>
          <a:p>
            <a:endParaRPr lang="en-US" sz="500" dirty="0"/>
          </a:p>
        </p:txBody>
      </p:sp>
      <p:sp>
        <p:nvSpPr>
          <p:cNvPr id="100" name="Ttl"/>
          <p:cNvSpPr txBox="1">
            <a:spLocks noGrp="1"/>
          </p:cNvSpPr>
          <p:nvPr>
            <p:ph type="title"/>
          </p:nvPr>
        </p:nvSpPr>
        <p:spPr>
          <a:xfrm>
            <a:off x="311700" y="207100"/>
            <a:ext cx="8520600" cy="555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lvl="0" algn="l"/>
            <a:r>
              <a:rPr lang="en-US" b="1" dirty="0">
                <a:solidFill>
                  <a:schemeClr val="tx1"/>
                </a:solidFill>
              </a:rPr>
              <a:t>Learning Objectives — Segment 3</a:t>
            </a:r>
          </a:p>
        </p:txBody>
      </p:sp>
      <p:sp>
        <p:nvSpPr>
          <p:cNvPr id="202" name="N1"/>
          <p:cNvSpPr txBox="1"/>
          <p:nvPr/>
        </p:nvSpPr>
        <p:spPr>
          <a:xfrm>
            <a:off x="366025" y="1149552"/>
            <a:ext cx="371100" cy="35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b="1" dirty="0">
                <a:solidFill>
                  <a:srgbClr val="002060"/>
                </a:solidFill>
                <a:latin typeface="Helvetica Neue"/>
              </a:rPr>
              <a:t>01</a:t>
            </a:r>
          </a:p>
        </p:txBody>
      </p:sp>
      <p:sp>
        <p:nvSpPr>
          <p:cNvPr id="203" name="T1"/>
          <p:cNvSpPr txBox="1"/>
          <p:nvPr/>
        </p:nvSpPr>
        <p:spPr>
          <a:xfrm>
            <a:off x="824742" y="1149552"/>
            <a:ext cx="8000000" cy="35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lvl="0"/>
            <a:r>
              <a:rPr lang="en-US" sz="1500" dirty="0">
                <a:solidFill>
                  <a:schemeClr val="tx1"/>
                </a:solidFill>
                <a:latin typeface="Helvetica Neue"/>
              </a:rPr>
              <a:t>Write a complete PyTorch training loop from scratch: forward, loss, backward, step, zero_grad</a:t>
            </a:r>
          </a:p>
        </p:txBody>
      </p:sp>
      <p:sp>
        <p:nvSpPr>
          <p:cNvPr id="204" name="N2"/>
          <p:cNvSpPr txBox="1"/>
          <p:nvPr/>
        </p:nvSpPr>
        <p:spPr>
          <a:xfrm>
            <a:off x="366025" y="1590779"/>
            <a:ext cx="371100" cy="35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b="1" dirty="0">
                <a:solidFill>
                  <a:srgbClr val="002060"/>
                </a:solidFill>
                <a:latin typeface="Helvetica Neue"/>
              </a:rPr>
              <a:t>02</a:t>
            </a:r>
          </a:p>
        </p:txBody>
      </p:sp>
      <p:sp>
        <p:nvSpPr>
          <p:cNvPr id="205" name="T2"/>
          <p:cNvSpPr txBox="1"/>
          <p:nvPr/>
        </p:nvSpPr>
        <p:spPr>
          <a:xfrm>
            <a:off x="824742" y="1590779"/>
            <a:ext cx="8000000" cy="35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lvl="0"/>
            <a:r>
              <a:rPr lang="en-US" sz="1500" dirty="0">
                <a:solidFill>
                  <a:schemeClr val="tx1"/>
                </a:solidFill>
                <a:latin typeface="Helvetica Neue"/>
              </a:rPr>
              <a:t>Select and configure optimisers: SGD with momentum, Adam, AdamW — and explain when to use each</a:t>
            </a:r>
          </a:p>
        </p:txBody>
      </p:sp>
      <p:sp>
        <p:nvSpPr>
          <p:cNvPr id="206" name="N3"/>
          <p:cNvSpPr txBox="1"/>
          <p:nvPr/>
        </p:nvSpPr>
        <p:spPr>
          <a:xfrm>
            <a:off x="366025" y="2032006"/>
            <a:ext cx="371100" cy="35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b="1" dirty="0">
                <a:solidFill>
                  <a:srgbClr val="002060"/>
                </a:solidFill>
                <a:latin typeface="Helvetica Neue"/>
              </a:rPr>
              <a:t>03</a:t>
            </a:r>
          </a:p>
        </p:txBody>
      </p:sp>
      <p:sp>
        <p:nvSpPr>
          <p:cNvPr id="207" name="T3"/>
          <p:cNvSpPr txBox="1"/>
          <p:nvPr/>
        </p:nvSpPr>
        <p:spPr>
          <a:xfrm>
            <a:off x="824742" y="2032006"/>
            <a:ext cx="8000000" cy="35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lvl="0"/>
            <a:r>
              <a:rPr lang="en-US" sz="1500" dirty="0">
                <a:solidFill>
                  <a:schemeClr val="tx1"/>
                </a:solidFill>
                <a:latin typeface="Helvetica Neue"/>
              </a:rPr>
              <a:t>Apply the most common loss functions: CrossEntropyLoss, MSELoss, BCEWithLogitsLoss — and match each to the right task</a:t>
            </a:r>
          </a:p>
        </p:txBody>
      </p:sp>
      <p:sp>
        <p:nvSpPr>
          <p:cNvPr id="208" name="N4"/>
          <p:cNvSpPr txBox="1"/>
          <p:nvPr/>
        </p:nvSpPr>
        <p:spPr>
          <a:xfrm>
            <a:off x="366025" y="2473233"/>
            <a:ext cx="371100" cy="35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b="1" dirty="0">
                <a:solidFill>
                  <a:srgbClr val="002060"/>
                </a:solidFill>
                <a:latin typeface="Helvetica Neue"/>
              </a:rPr>
              <a:t>04</a:t>
            </a:r>
          </a:p>
        </p:txBody>
      </p:sp>
      <p:sp>
        <p:nvSpPr>
          <p:cNvPr id="209" name="T4"/>
          <p:cNvSpPr txBox="1"/>
          <p:nvPr/>
        </p:nvSpPr>
        <p:spPr>
          <a:xfrm>
            <a:off x="824742" y="2473233"/>
            <a:ext cx="8000000" cy="35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lvl="0"/>
            <a:r>
              <a:rPr lang="en-US" sz="1500" dirty="0">
                <a:solidFill>
                  <a:schemeClr val="tx1"/>
                </a:solidFill>
                <a:latin typeface="Helvetica Neue"/>
              </a:rPr>
              <a:t>Use a learning rate scheduler (CosineAnnealingLR, OneCycleLR) to improve convergence</a:t>
            </a:r>
          </a:p>
        </p:txBody>
      </p:sp>
      <p:sp>
        <p:nvSpPr>
          <p:cNvPr id="210" name="N5"/>
          <p:cNvSpPr txBox="1"/>
          <p:nvPr/>
        </p:nvSpPr>
        <p:spPr>
          <a:xfrm>
            <a:off x="366025" y="2914460"/>
            <a:ext cx="371100" cy="35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b="1" dirty="0">
                <a:solidFill>
                  <a:srgbClr val="002060"/>
                </a:solidFill>
                <a:latin typeface="Helvetica Neue"/>
              </a:rPr>
              <a:t>05</a:t>
            </a:r>
          </a:p>
        </p:txBody>
      </p:sp>
      <p:sp>
        <p:nvSpPr>
          <p:cNvPr id="211" name="T5"/>
          <p:cNvSpPr txBox="1"/>
          <p:nvPr/>
        </p:nvSpPr>
        <p:spPr>
          <a:xfrm>
            <a:off x="824742" y="2914460"/>
            <a:ext cx="8000000" cy="35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lvl="0"/>
            <a:r>
              <a:rPr lang="en-US" sz="1500" dirty="0">
                <a:solidFill>
                  <a:schemeClr val="tx1"/>
                </a:solidFill>
                <a:latin typeface="Helvetica Neue"/>
              </a:rPr>
              <a:t>Implement a validation loop, track best model, and save checkpoints with full training state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G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1"/>
          <p:cNvSpPr/>
          <p:nvPr/>
        </p:nvSpPr>
        <p:spPr>
          <a:xfrm>
            <a:off x="0" y="0"/>
            <a:ext cx="9144000" cy="210172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rtlCol="0" anchor="ctr"/>
          <a:lstStyle/>
          <a:p>
            <a:endParaRPr lang="en-US" sz="1200" dirty="0"/>
          </a:p>
        </p:txBody>
      </p:sp>
      <p:sp>
        <p:nvSpPr>
          <p:cNvPr id="3" name="R2"/>
          <p:cNvSpPr/>
          <p:nvPr/>
        </p:nvSpPr>
        <p:spPr>
          <a:xfrm>
            <a:off x="0" y="5103529"/>
            <a:ext cx="9144000" cy="67092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rtlCol="0" anchor="ctr"/>
          <a:lstStyle/>
          <a:p>
            <a:endParaRPr lang="en-US" sz="500" dirty="0"/>
          </a:p>
        </p:txBody>
      </p:sp>
      <p:sp>
        <p:nvSpPr>
          <p:cNvPr id="100" name="Ttl"/>
          <p:cNvSpPr txBox="1">
            <a:spLocks noGrp="1"/>
          </p:cNvSpPr>
          <p:nvPr>
            <p:ph type="title"/>
          </p:nvPr>
        </p:nvSpPr>
        <p:spPr>
          <a:xfrm>
            <a:off x="311700" y="207100"/>
            <a:ext cx="8520600" cy="555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lvl="0" algn="l"/>
            <a:r>
              <a:rPr lang="en-US" b="1" dirty="0">
                <a:solidFill>
                  <a:schemeClr val="tx1"/>
                </a:solidFill>
              </a:rPr>
              <a:t>The Training Loop: Step by Step</a:t>
            </a:r>
          </a:p>
        </p:txBody>
      </p:sp>
      <p:sp>
        <p:nvSpPr>
          <p:cNvPr id="10" name="Body"/>
          <p:cNvSpPr txBox="1"/>
          <p:nvPr/>
        </p:nvSpPr>
        <p:spPr>
          <a:xfrm>
            <a:off x="311700" y="762400"/>
            <a:ext cx="8520600" cy="404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85000" lnSpcReduction="20000"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002060"/>
                </a:solidFill>
                <a:latin typeface="Helvetica Neue"/>
              </a:rPr>
              <a:t>The Six Lines Every PyTorch Training Loop Must Have</a:t>
            </a:r>
          </a:p>
          <a:p>
            <a:pPr marL="228600" indent="0">
              <a:buNone/>
            </a:pPr>
            <a:r>
              <a:rPr lang="en-US" sz="1050" b="0" i="1" dirty="0">
                <a:solidFill>
                  <a:srgbClr val="1F3864"/>
                </a:solidFill>
                <a:latin typeface="Consolas"/>
              </a:rPr>
              <a:t>for epoch in range(num_epochs):</a:t>
            </a:r>
          </a:p>
          <a:p>
            <a:pPr marL="228600" indent="0">
              <a:buNone/>
            </a:pPr>
            <a:r>
              <a:rPr lang="en-US" sz="1050" b="0" i="1" dirty="0">
                <a:solidFill>
                  <a:srgbClr val="1F3864"/>
                </a:solidFill>
                <a:latin typeface="Consolas"/>
              </a:rPr>
              <a:t>    model.train()                              # 1. Set training mode</a:t>
            </a:r>
          </a:p>
          <a:p>
            <a:pPr marL="228600" indent="0">
              <a:buNone/>
            </a:pPr>
            <a:r>
              <a:rPr lang="en-US" sz="1050" b="0" i="1" dirty="0">
                <a:solidFill>
                  <a:srgbClr val="1F3864"/>
                </a:solidFill>
                <a:latin typeface="Consolas"/>
              </a:rPr>
              <a:t>    for batch_x, batch_y in train_loader:</a:t>
            </a:r>
          </a:p>
          <a:p>
            <a:pPr marL="228600" indent="0">
              <a:buNone/>
            </a:pPr>
            <a:r>
              <a:rPr lang="en-US" sz="1050" b="0" i="1" dirty="0">
                <a:solidFill>
                  <a:srgbClr val="1F3864"/>
                </a:solidFill>
                <a:latin typeface="Consolas"/>
              </a:rPr>
              <a:t>        batch_x = batch_x.to(device)</a:t>
            </a:r>
          </a:p>
          <a:p>
            <a:pPr marL="228600" indent="0">
              <a:buNone/>
            </a:pPr>
            <a:r>
              <a:rPr lang="en-US" sz="1050" b="0" i="1" dirty="0">
                <a:solidFill>
                  <a:srgbClr val="1F3864"/>
                </a:solidFill>
                <a:latin typeface="Consolas"/>
              </a:rPr>
              <a:t>        batch_y = batch_y.to(device)</a:t>
            </a:r>
          </a:p>
          <a:p>
            <a:pPr marL="228600" indent="0">
              <a:buNone/>
            </a:pPr>
            <a:r>
              <a:rPr lang="en-US" sz="1050" b="0" i="1" dirty="0">
                <a:solidFill>
                  <a:srgbClr val="1F3864"/>
                </a:solidFill>
                <a:latin typeface="Consolas"/>
              </a:rPr>
              <a:t>        optimizer.zero_grad()                  # 2. Clear old gradients</a:t>
            </a:r>
          </a:p>
          <a:p>
            <a:pPr marL="228600" indent="0">
              <a:buNone/>
            </a:pPr>
            <a:r>
              <a:rPr lang="en-US" sz="1050" b="0" i="1" dirty="0">
                <a:solidFill>
                  <a:srgbClr val="1F3864"/>
                </a:solidFill>
                <a:latin typeface="Consolas"/>
              </a:rPr>
              <a:t>        predictions = model(batch_x)           # 3. Forward pass</a:t>
            </a:r>
          </a:p>
          <a:p>
            <a:pPr marL="228600" indent="0">
              <a:buNone/>
            </a:pPr>
            <a:r>
              <a:rPr lang="en-US" sz="1050" b="0" i="1" dirty="0">
                <a:solidFill>
                  <a:srgbClr val="1F3864"/>
                </a:solidFill>
                <a:latin typeface="Consolas"/>
              </a:rPr>
              <a:t>        loss = criterion(predictions, batch_y) # 4. Compute loss</a:t>
            </a:r>
          </a:p>
          <a:p>
            <a:pPr marL="228600" indent="0">
              <a:buNone/>
            </a:pPr>
            <a:r>
              <a:rPr lang="en-US" sz="1050" b="0" i="1" dirty="0">
                <a:solidFill>
                  <a:srgbClr val="1F3864"/>
                </a:solidFill>
                <a:latin typeface="Consolas"/>
              </a:rPr>
              <a:t>        loss.backward()                        # 5. Compute gradients</a:t>
            </a:r>
          </a:p>
          <a:p>
            <a:pPr marL="228600" indent="0">
              <a:buNone/>
            </a:pPr>
            <a:r>
              <a:rPr lang="en-US" sz="1050" b="0" i="1" dirty="0">
                <a:solidFill>
                  <a:srgbClr val="1F3864"/>
                </a:solidFill>
                <a:latin typeface="Consolas"/>
              </a:rPr>
              <a:t>        optimizer.step()                       # 6. Update weights</a:t>
            </a:r>
          </a:p>
          <a:p>
            <a:pPr marL="0" indent="0">
              <a:buNone/>
            </a:pPr>
            <a:endParaRPr lang="en-US" sz="600" dirty="0"/>
          </a:p>
          <a:p>
            <a:pPr marL="0" indent="0">
              <a:buNone/>
            </a:pPr>
            <a:r>
              <a:rPr lang="en-US" sz="1400" b="1" dirty="0">
                <a:solidFill>
                  <a:srgbClr val="002060"/>
                </a:solidFill>
                <a:latin typeface="Helvetica Neue"/>
              </a:rPr>
              <a:t>Why Each Step Matters — Common Mistakes</a:t>
            </a:r>
          </a:p>
          <a:p>
            <a:pPr marL="285750" indent="-285750">
              <a:buFont typeface="Arial"/>
              <a:buChar char="▸"/>
            </a:pPr>
            <a:r>
              <a:rPr lang="en-US" sz="1250" b="0" dirty="0">
                <a:solidFill>
                  <a:srgbClr val="000000"/>
                </a:solidFill>
                <a:latin typeface="Helvetica Neue"/>
              </a:rPr>
              <a:t>zero_grad() BEFORE backward: gradients accumulate. Without clearing, step N uses gradients from steps 1 through N combined.</a:t>
            </a:r>
          </a:p>
          <a:p>
            <a:pPr marL="285750" indent="-285750">
              <a:buFont typeface="Arial"/>
              <a:buChar char="▸"/>
            </a:pPr>
            <a:r>
              <a:rPr lang="en-US" sz="1250" b="0" dirty="0">
                <a:solidFill>
                  <a:srgbClr val="000000"/>
                </a:solidFill>
                <a:latin typeface="Helvetica Neue"/>
              </a:rPr>
              <a:t>model.train() at the start of each epoch: Dropout and BatchNorm behave differently in train vs eval — forgetting this gives misleading results</a:t>
            </a:r>
          </a:p>
          <a:p>
            <a:pPr marL="285750" indent="-285750">
              <a:buFont typeface="Arial"/>
              <a:buChar char="▸"/>
            </a:pPr>
            <a:r>
              <a:rPr lang="en-US" sz="1250" b="0" dirty="0">
                <a:solidFill>
                  <a:srgbClr val="000000"/>
                </a:solidFill>
                <a:latin typeface="Helvetica Neue"/>
              </a:rPr>
              <a:t>loss.backward() before optimizer.step(): the optimiser needs the gradients that backward just computed</a:t>
            </a:r>
          </a:p>
          <a:p>
            <a:pPr marL="285750" indent="-285750">
              <a:buFont typeface="Arial"/>
              <a:buChar char="▸"/>
            </a:pPr>
            <a:r>
              <a:rPr lang="en-US" sz="1250" b="0" dirty="0">
                <a:solidFill>
                  <a:srgbClr val="000000"/>
                </a:solidFill>
                <a:latin typeface="Helvetica Neue"/>
              </a:rPr>
              <a:t>Move data to device BEFORE the forward pass: if model is on CUDA and data is on CPU, you get a runtime error</a:t>
            </a:r>
          </a:p>
          <a:p>
            <a:pPr marL="0" indent="0">
              <a:buNone/>
            </a:pPr>
            <a:endParaRPr lang="en-US" sz="600" dirty="0"/>
          </a:p>
          <a:p>
            <a:pPr marL="0" indent="0">
              <a:buNone/>
            </a:pPr>
            <a:r>
              <a:rPr lang="en-US" sz="1400" b="1" dirty="0">
                <a:solidFill>
                  <a:srgbClr val="002060"/>
                </a:solidFill>
                <a:latin typeface="Helvetica Neue"/>
              </a:rPr>
              <a:t>The Complete Training Step — Annotated</a:t>
            </a:r>
          </a:p>
          <a:p>
            <a:pPr marL="228600" indent="0">
              <a:buNone/>
            </a:pPr>
            <a:r>
              <a:rPr lang="en-US" sz="1050" b="0" i="1" dirty="0">
                <a:solidFill>
                  <a:srgbClr val="1F3864"/>
                </a:solidFill>
                <a:latin typeface="Consolas"/>
              </a:rPr>
              <a:t>optimizer.zero_grad(set_to_none=True)   # faster than zero_grad()</a:t>
            </a:r>
          </a:p>
          <a:p>
            <a:pPr marL="228600" indent="0">
              <a:buNone/>
            </a:pPr>
            <a:r>
              <a:rPr lang="en-US" sz="1050" b="0" i="1" dirty="0">
                <a:solidFill>
                  <a:srgbClr val="1F3864"/>
                </a:solidFill>
                <a:latin typeface="Consolas"/>
              </a:rPr>
              <a:t>with torch.cuda.amp.autocast():          # optional: mixed precision</a:t>
            </a:r>
          </a:p>
          <a:p>
            <a:pPr marL="228600" indent="0">
              <a:buNone/>
            </a:pPr>
            <a:r>
              <a:rPr lang="en-US" sz="1050" b="0" i="1" dirty="0">
                <a:solidFill>
                  <a:srgbClr val="1F3864"/>
                </a:solidFill>
                <a:latin typeface="Consolas"/>
              </a:rPr>
              <a:t>    logits = model(x)                    # forward pass</a:t>
            </a:r>
          </a:p>
          <a:p>
            <a:pPr marL="228600" indent="0">
              <a:buNone/>
            </a:pPr>
            <a:r>
              <a:rPr lang="en-US" sz="1050" b="0" i="1" dirty="0">
                <a:solidFill>
                  <a:srgbClr val="1F3864"/>
                </a:solidFill>
                <a:latin typeface="Consolas"/>
              </a:rPr>
              <a:t>    loss   = F.cross_entropy(logits, y)  # loss function</a:t>
            </a:r>
          </a:p>
          <a:p>
            <a:pPr marL="228600" indent="0">
              <a:buNone/>
            </a:pPr>
            <a:r>
              <a:rPr lang="en-US" sz="1050" b="0" i="1" dirty="0">
                <a:solidFill>
                  <a:srgbClr val="1F3864"/>
                </a:solidFill>
                <a:latin typeface="Consolas"/>
              </a:rPr>
              <a:t>scaler.scale(loss).backward()            # backward through scaled loss</a:t>
            </a:r>
          </a:p>
          <a:p>
            <a:pPr marL="228600" indent="0">
              <a:buNone/>
            </a:pPr>
            <a:r>
              <a:rPr lang="en-US" sz="1050" b="0" i="1" dirty="0">
                <a:solidFill>
                  <a:srgbClr val="1F3864"/>
                </a:solidFill>
                <a:latin typeface="Consolas"/>
              </a:rPr>
              <a:t>torch.nn.utils.clip_grad_norm_(          # gradient clipping</a:t>
            </a:r>
          </a:p>
          <a:p>
            <a:pPr marL="228600" indent="0">
              <a:buNone/>
            </a:pPr>
            <a:r>
              <a:rPr lang="en-US" sz="1050" b="0" i="1" dirty="0">
                <a:solidFill>
                  <a:srgbClr val="1F3864"/>
                </a:solidFill>
                <a:latin typeface="Consolas"/>
              </a:rPr>
              <a:t>    model.parameters(), max_norm=1.0)</a:t>
            </a:r>
          </a:p>
          <a:p>
            <a:pPr marL="228600" indent="0">
              <a:buNone/>
            </a:pPr>
            <a:r>
              <a:rPr lang="en-US" sz="1050" b="0" i="1" dirty="0">
                <a:solidFill>
                  <a:srgbClr val="1F3864"/>
                </a:solidFill>
                <a:latin typeface="Consolas"/>
              </a:rPr>
              <a:t>scaler.step(optimizer)                   # optimiser step</a:t>
            </a:r>
          </a:p>
          <a:p>
            <a:pPr marL="228600" indent="0">
              <a:buNone/>
            </a:pPr>
            <a:r>
              <a:rPr lang="en-US" sz="1050" b="0" i="1" dirty="0">
                <a:solidFill>
                  <a:srgbClr val="1F3864"/>
                </a:solidFill>
                <a:latin typeface="Consolas"/>
              </a:rPr>
              <a:t>scaler.update()                          # update loss scale</a:t>
            </a:r>
          </a:p>
          <a:p>
            <a:pPr marL="0" indent="0">
              <a:buNone/>
            </a:pPr>
            <a:r>
              <a:rPr lang="en-US" sz="1100" b="0" i="1" dirty="0">
                <a:solidFill>
                  <a:srgbClr val="434343"/>
                </a:solidFill>
                <a:latin typeface="Helvetica Neue"/>
              </a:rPr>
              <a:t>This pattern — AMP + clipping + scaler — is the production-grade training step used in LLM training.</a:t>
            </a:r>
          </a:p>
        </p:txBody>
      </p:sp>
      <p:sp>
        <p:nvSpPr>
          <p:cNvPr id="50" name="Ref"/>
          <p:cNvSpPr txBox="1"/>
          <p:nvPr/>
        </p:nvSpPr>
        <p:spPr>
          <a:xfrm>
            <a:off x="311700" y="4900000"/>
            <a:ext cx="8520600" cy="18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t" anchorCtr="0">
            <a:noAutofit/>
          </a:bodyPr>
          <a:lstStyle/>
          <a:p>
            <a:pPr marL="0" indent="0">
              <a:buNone/>
            </a:pPr>
            <a:r>
              <a:rPr lang="en-US" sz="900" i="1" dirty="0">
                <a:solidFill>
                  <a:srgbClr val="7F7F7F"/>
                </a:solidFill>
                <a:latin typeface="Helvetica Neue"/>
              </a:rPr>
              <a:t>Ref: PyTorch Training Loop Tutorial; Goodfellow et al., Deep Learning (2016), Chapter 8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G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1"/>
          <p:cNvSpPr/>
          <p:nvPr/>
        </p:nvSpPr>
        <p:spPr>
          <a:xfrm>
            <a:off x="0" y="0"/>
            <a:ext cx="9144000" cy="210172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rtlCol="0" anchor="ctr"/>
          <a:lstStyle/>
          <a:p>
            <a:endParaRPr lang="en-US" sz="1200" dirty="0"/>
          </a:p>
        </p:txBody>
      </p:sp>
      <p:sp>
        <p:nvSpPr>
          <p:cNvPr id="3" name="R2"/>
          <p:cNvSpPr/>
          <p:nvPr/>
        </p:nvSpPr>
        <p:spPr>
          <a:xfrm>
            <a:off x="0" y="5103529"/>
            <a:ext cx="9144000" cy="67092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rtlCol="0" anchor="ctr"/>
          <a:lstStyle/>
          <a:p>
            <a:endParaRPr lang="en-US" sz="500" dirty="0"/>
          </a:p>
        </p:txBody>
      </p:sp>
      <p:sp>
        <p:nvSpPr>
          <p:cNvPr id="100" name="Ttl"/>
          <p:cNvSpPr txBox="1">
            <a:spLocks noGrp="1"/>
          </p:cNvSpPr>
          <p:nvPr>
            <p:ph type="title"/>
          </p:nvPr>
        </p:nvSpPr>
        <p:spPr>
          <a:xfrm>
            <a:off x="311700" y="207100"/>
            <a:ext cx="8520600" cy="555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lvl="0" algn="l"/>
            <a:r>
              <a:rPr lang="en-US" b="1" dirty="0">
                <a:solidFill>
                  <a:schemeClr val="tx1"/>
                </a:solidFill>
              </a:rPr>
              <a:t>Optimisers: How Weights Are Updated</a:t>
            </a:r>
          </a:p>
        </p:txBody>
      </p:sp>
      <p:sp>
        <p:nvSpPr>
          <p:cNvPr id="10" name="L"/>
          <p:cNvSpPr txBox="1"/>
          <p:nvPr/>
        </p:nvSpPr>
        <p:spPr>
          <a:xfrm>
            <a:off x="311700" y="729436"/>
            <a:ext cx="4180000" cy="4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85000" lnSpcReduction="20000"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002060"/>
                </a:solidFill>
                <a:latin typeface="Helvetica Neue"/>
              </a:rPr>
              <a:t>Stochastic Gradient Descent (SGD)</a:t>
            </a:r>
          </a:p>
          <a:p>
            <a:pPr marL="228600" indent="0">
              <a:buNone/>
            </a:pPr>
            <a:r>
              <a:rPr lang="en-US" sz="1050" b="0" i="1" dirty="0">
                <a:solidFill>
                  <a:srgbClr val="1F3864"/>
                </a:solidFill>
                <a:latin typeface="Consolas"/>
              </a:rPr>
              <a:t>optimizer = torch.optim.SGD(</a:t>
            </a:r>
          </a:p>
          <a:p>
            <a:pPr marL="228600" indent="0">
              <a:buNone/>
            </a:pPr>
            <a:r>
              <a:rPr lang="en-US" sz="1050" b="0" i="1" dirty="0">
                <a:solidFill>
                  <a:srgbClr val="1F3864"/>
                </a:solidFill>
                <a:latin typeface="Consolas"/>
              </a:rPr>
              <a:t>    model.parameters(),</a:t>
            </a:r>
          </a:p>
          <a:p>
            <a:pPr marL="228600" indent="0">
              <a:buNone/>
            </a:pPr>
            <a:r>
              <a:rPr lang="en-US" sz="1050" b="0" i="1" dirty="0">
                <a:solidFill>
                  <a:srgbClr val="1F3864"/>
                </a:solidFill>
                <a:latin typeface="Consolas"/>
              </a:rPr>
              <a:t>    lr=0.01,</a:t>
            </a:r>
          </a:p>
          <a:p>
            <a:pPr marL="228600" indent="0">
              <a:buNone/>
            </a:pPr>
            <a:r>
              <a:rPr lang="en-US" sz="1050" b="0" i="1" dirty="0">
                <a:solidFill>
                  <a:srgbClr val="1F3864"/>
                </a:solidFill>
                <a:latin typeface="Consolas"/>
              </a:rPr>
              <a:t>    momentum=0.9,</a:t>
            </a:r>
          </a:p>
          <a:p>
            <a:pPr marL="228600" indent="0">
              <a:buNone/>
            </a:pPr>
            <a:r>
              <a:rPr lang="en-US" sz="1050" b="0" i="1" dirty="0">
                <a:solidFill>
                  <a:srgbClr val="1F3864"/>
                </a:solidFill>
                <a:latin typeface="Consolas"/>
              </a:rPr>
              <a:t>    weight_decay=1e-4,</a:t>
            </a:r>
          </a:p>
          <a:p>
            <a:pPr marL="228600" indent="0">
              <a:buNone/>
            </a:pPr>
            <a:r>
              <a:rPr lang="en-US" sz="1050" b="0" i="1" dirty="0">
                <a:solidFill>
                  <a:srgbClr val="1F3864"/>
                </a:solidFill>
                <a:latin typeface="Consolas"/>
              </a:rPr>
              <a:t>    nesterov=True,</a:t>
            </a:r>
          </a:p>
          <a:p>
            <a:pPr marL="228600" indent="0">
              <a:buNone/>
            </a:pPr>
            <a:r>
              <a:rPr lang="en-US" sz="1050" b="0" i="1" dirty="0">
                <a:solidFill>
                  <a:srgbClr val="1F3864"/>
                </a:solidFill>
                <a:latin typeface="Consolas"/>
              </a:rPr>
              <a:t>)</a:t>
            </a:r>
          </a:p>
          <a:p>
            <a:pPr marL="285750" indent="-285750">
              <a:buFont typeface="Arial"/>
              <a:buChar char="▸"/>
            </a:pPr>
            <a:r>
              <a:rPr lang="en-US" sz="1250" b="0" dirty="0">
                <a:solidFill>
                  <a:srgbClr val="000000"/>
                </a:solidFill>
                <a:latin typeface="Helvetica Neue"/>
              </a:rPr>
              <a:t>Update rule: w = w - lr * (grad + momentum * prev_update)</a:t>
            </a:r>
          </a:p>
          <a:p>
            <a:pPr marL="285750" indent="-285750">
              <a:buFont typeface="Arial"/>
              <a:buChar char="▸"/>
            </a:pPr>
            <a:r>
              <a:rPr lang="en-US" sz="1250" b="0" dirty="0">
                <a:solidFill>
                  <a:srgbClr val="000000"/>
                </a:solidFill>
                <a:latin typeface="Helvetica Neue"/>
              </a:rPr>
              <a:t>momentum=0.9: carries 90% of the previous update — smooths noisy gradients</a:t>
            </a:r>
          </a:p>
          <a:p>
            <a:pPr marL="285750" indent="-285750">
              <a:buFont typeface="Arial"/>
              <a:buChar char="▸"/>
            </a:pPr>
            <a:r>
              <a:rPr lang="en-US" sz="1250" b="0" dirty="0">
                <a:solidFill>
                  <a:srgbClr val="000000"/>
                </a:solidFill>
                <a:latin typeface="Helvetica Neue"/>
              </a:rPr>
              <a:t>weight_decay: L2 regularisation — adds lr * weight_decay * w to the gradient</a:t>
            </a:r>
          </a:p>
          <a:p>
            <a:pPr marL="285750" indent="-285750">
              <a:buFont typeface="Arial"/>
              <a:buChar char="▸"/>
            </a:pPr>
            <a:r>
              <a:rPr lang="en-US" sz="1250" b="0" dirty="0">
                <a:solidFill>
                  <a:srgbClr val="000000"/>
                </a:solidFill>
                <a:latin typeface="Helvetica Neue"/>
              </a:rPr>
              <a:t>Good for: CNNs on vision tasks with careful LR tuning (ResNet ImageNet = SGD + OneCycle)</a:t>
            </a:r>
          </a:p>
          <a:p>
            <a:pPr marL="0" indent="0">
              <a:buNone/>
            </a:pPr>
            <a:endParaRPr lang="en-US" sz="600" dirty="0"/>
          </a:p>
          <a:p>
            <a:pPr marL="0" indent="0">
              <a:buNone/>
            </a:pPr>
            <a:r>
              <a:rPr lang="en-US" sz="1400" b="1" dirty="0">
                <a:solidFill>
                  <a:srgbClr val="002060"/>
                </a:solidFill>
                <a:latin typeface="Helvetica Neue"/>
              </a:rPr>
              <a:t>Adam: Adaptive Learning Rates</a:t>
            </a:r>
          </a:p>
          <a:p>
            <a:pPr marL="228600" indent="0">
              <a:buNone/>
            </a:pPr>
            <a:r>
              <a:rPr lang="en-US" sz="1050" b="0" i="1" dirty="0">
                <a:solidFill>
                  <a:srgbClr val="1F3864"/>
                </a:solidFill>
                <a:latin typeface="Consolas"/>
              </a:rPr>
              <a:t>optimizer = torch.optim.Adam(</a:t>
            </a:r>
          </a:p>
          <a:p>
            <a:pPr marL="228600" indent="0">
              <a:buNone/>
            </a:pPr>
            <a:r>
              <a:rPr lang="en-US" sz="1050" b="0" i="1" dirty="0">
                <a:solidFill>
                  <a:srgbClr val="1F3864"/>
                </a:solidFill>
                <a:latin typeface="Consolas"/>
              </a:rPr>
              <a:t>    model.parameters(),</a:t>
            </a:r>
          </a:p>
          <a:p>
            <a:pPr marL="228600" indent="0">
              <a:buNone/>
            </a:pPr>
            <a:r>
              <a:rPr lang="en-US" sz="1050" b="0" i="1" dirty="0">
                <a:solidFill>
                  <a:srgbClr val="1F3864"/>
                </a:solidFill>
                <a:latin typeface="Consolas"/>
              </a:rPr>
              <a:t>    lr=1e-3,</a:t>
            </a:r>
          </a:p>
          <a:p>
            <a:pPr marL="228600" indent="0">
              <a:buNone/>
            </a:pPr>
            <a:r>
              <a:rPr lang="en-US" sz="1050" b="0" i="1" dirty="0">
                <a:solidFill>
                  <a:srgbClr val="1F3864"/>
                </a:solidFill>
                <a:latin typeface="Consolas"/>
              </a:rPr>
              <a:t>    betas=(0.9, 0.999),   # momentum decay rates</a:t>
            </a:r>
          </a:p>
          <a:p>
            <a:pPr marL="228600" indent="0">
              <a:buNone/>
            </a:pPr>
            <a:r>
              <a:rPr lang="en-US" sz="1050" b="0" i="1" dirty="0">
                <a:solidFill>
                  <a:srgbClr val="1F3864"/>
                </a:solidFill>
                <a:latin typeface="Consolas"/>
              </a:rPr>
              <a:t>    eps=1e-8,</a:t>
            </a:r>
          </a:p>
          <a:p>
            <a:pPr marL="228600" indent="0">
              <a:buNone/>
            </a:pPr>
            <a:r>
              <a:rPr lang="en-US" sz="1050" b="0" i="1" dirty="0">
                <a:solidFill>
                  <a:srgbClr val="1F3864"/>
                </a:solidFill>
                <a:latin typeface="Consolas"/>
              </a:rPr>
              <a:t>    weight_decay=1e-2,</a:t>
            </a:r>
          </a:p>
          <a:p>
            <a:pPr marL="228600" indent="0">
              <a:buNone/>
            </a:pPr>
            <a:r>
              <a:rPr lang="en-US" sz="1050" b="0" i="1" dirty="0">
                <a:solidFill>
                  <a:srgbClr val="1F3864"/>
                </a:solidFill>
                <a:latin typeface="Consolas"/>
              </a:rPr>
              <a:t>)</a:t>
            </a:r>
          </a:p>
          <a:p>
            <a:pPr marL="285750" indent="-285750">
              <a:buFont typeface="Arial"/>
              <a:buChar char="▸"/>
            </a:pPr>
            <a:r>
              <a:rPr lang="en-US" sz="1250" b="0" dirty="0">
                <a:solidFill>
                  <a:srgbClr val="000000"/>
                </a:solidFill>
                <a:latin typeface="Helvetica Neue"/>
              </a:rPr>
              <a:t>Maintains per-parameter adaptive learning rates based on gradient history</a:t>
            </a:r>
          </a:p>
          <a:p>
            <a:pPr marL="285750" indent="-285750">
              <a:buFont typeface="Arial"/>
              <a:buChar char="▸"/>
            </a:pPr>
            <a:r>
              <a:rPr lang="en-US" sz="1250" b="0" dirty="0">
                <a:solidFill>
                  <a:srgbClr val="000000"/>
                </a:solidFill>
                <a:latin typeface="Helvetica Neue"/>
              </a:rPr>
              <a:t>betas=(0.9, 0.999): first/second moment decay; rarely changed</a:t>
            </a:r>
          </a:p>
          <a:p>
            <a:pPr marL="285750" indent="-285750">
              <a:buFont typeface="Arial"/>
              <a:buChar char="▸"/>
            </a:pPr>
            <a:r>
              <a:rPr lang="en-US" sz="1250" b="0" dirty="0">
                <a:solidFill>
                  <a:srgbClr val="000000"/>
                </a:solidFill>
                <a:latin typeface="Helvetica Neue"/>
              </a:rPr>
              <a:t>Usually works well without tuning — the default for NLP, generative models</a:t>
            </a:r>
          </a:p>
        </p:txBody>
      </p:sp>
      <p:sp>
        <p:nvSpPr>
          <p:cNvPr id="11" name="R"/>
          <p:cNvSpPr txBox="1"/>
          <p:nvPr/>
        </p:nvSpPr>
        <p:spPr>
          <a:xfrm>
            <a:off x="4652302" y="656850"/>
            <a:ext cx="4180600" cy="4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85000" lnSpcReduction="20000"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002060"/>
                </a:solidFill>
                <a:latin typeface="Helvetica Neue"/>
              </a:rPr>
              <a:t>AdamW: The Standard for Modern Deep Learning</a:t>
            </a:r>
          </a:p>
          <a:p>
            <a:pPr marL="228600" indent="0">
              <a:buNone/>
            </a:pPr>
            <a:r>
              <a:rPr lang="en-US" sz="1050" b="0" i="1" dirty="0">
                <a:solidFill>
                  <a:srgbClr val="1F3864"/>
                </a:solidFill>
                <a:latin typeface="Consolas"/>
              </a:rPr>
              <a:t>optimizer = torch.optim.AdamW(</a:t>
            </a:r>
          </a:p>
          <a:p>
            <a:pPr marL="228600" indent="0">
              <a:buNone/>
            </a:pPr>
            <a:r>
              <a:rPr lang="en-US" sz="1050" b="0" i="1" dirty="0">
                <a:solidFill>
                  <a:srgbClr val="1F3864"/>
                </a:solidFill>
                <a:latin typeface="Consolas"/>
              </a:rPr>
              <a:t>    model.parameters(),</a:t>
            </a:r>
          </a:p>
          <a:p>
            <a:pPr marL="228600" indent="0">
              <a:buNone/>
            </a:pPr>
            <a:r>
              <a:rPr lang="en-US" sz="1050" b="0" i="1" dirty="0">
                <a:solidFill>
                  <a:srgbClr val="1F3864"/>
                </a:solidFill>
                <a:latin typeface="Consolas"/>
              </a:rPr>
              <a:t>    lr=3e-4,</a:t>
            </a:r>
          </a:p>
          <a:p>
            <a:pPr marL="228600" indent="0">
              <a:buNone/>
            </a:pPr>
            <a:r>
              <a:rPr lang="en-US" sz="1050" b="0" i="1" dirty="0">
                <a:solidFill>
                  <a:srgbClr val="1F3864"/>
                </a:solidFill>
                <a:latin typeface="Consolas"/>
              </a:rPr>
              <a:t>    weight_decay=0.1,  # higher than Adam</a:t>
            </a:r>
          </a:p>
          <a:p>
            <a:pPr marL="228600" indent="0">
              <a:buNone/>
            </a:pPr>
            <a:r>
              <a:rPr lang="en-US" sz="1050" b="0" i="1" dirty="0">
                <a:solidFill>
                  <a:srgbClr val="1F3864"/>
                </a:solidFill>
                <a:latin typeface="Consolas"/>
              </a:rPr>
              <a:t>    fused=True,        # faster on CUDA</a:t>
            </a:r>
          </a:p>
          <a:p>
            <a:pPr marL="228600" indent="0">
              <a:buNone/>
            </a:pPr>
            <a:r>
              <a:rPr lang="en-US" sz="1050" b="0" i="1" dirty="0">
                <a:solidFill>
                  <a:srgbClr val="1F3864"/>
                </a:solidFill>
                <a:latin typeface="Consolas"/>
              </a:rPr>
              <a:t>)</a:t>
            </a:r>
          </a:p>
          <a:p>
            <a:pPr marL="285750" indent="-285750">
              <a:buFont typeface="Arial"/>
              <a:buChar char="▸"/>
            </a:pPr>
            <a:r>
              <a:rPr lang="en-US" sz="1250" b="0" dirty="0">
                <a:solidFill>
                  <a:srgbClr val="000000"/>
                </a:solidFill>
                <a:latin typeface="Helvetica Neue"/>
              </a:rPr>
              <a:t>Difference from Adam: weight decay is applied directly to weights, not added to gradients — this is the mathematically correct form of L2 regularisation</a:t>
            </a:r>
          </a:p>
          <a:p>
            <a:pPr marL="285750" indent="-285750">
              <a:buFont typeface="Arial"/>
              <a:buChar char="▸"/>
            </a:pPr>
            <a:r>
              <a:rPr lang="en-US" sz="1250" b="0" dirty="0">
                <a:solidFill>
                  <a:srgbClr val="000000"/>
                </a:solidFill>
                <a:latin typeface="Helvetica Neue"/>
              </a:rPr>
              <a:t>Use AdamW by default for: LLMs, ViT, BERT, diffusion models — almost everything modern</a:t>
            </a:r>
          </a:p>
          <a:p>
            <a:pPr marL="285750" indent="-285750">
              <a:buFont typeface="Arial"/>
              <a:buChar char="▸"/>
            </a:pPr>
            <a:r>
              <a:rPr lang="en-US" sz="1250" b="0" dirty="0">
                <a:solidFill>
                  <a:srgbClr val="000000"/>
                </a:solidFill>
                <a:latin typeface="Helvetica Neue"/>
              </a:rPr>
              <a:t>Typical LR: 1e-4 to 3e-4; weight_decay: 0.01 to 0.1</a:t>
            </a:r>
          </a:p>
          <a:p>
            <a:pPr marL="0" indent="0">
              <a:buNone/>
            </a:pPr>
            <a:endParaRPr lang="en-US" sz="600" dirty="0"/>
          </a:p>
          <a:p>
            <a:pPr marL="0" indent="0">
              <a:buNone/>
            </a:pPr>
            <a:r>
              <a:rPr lang="en-US" sz="1400" b="1" dirty="0">
                <a:solidFill>
                  <a:srgbClr val="002060"/>
                </a:solidFill>
                <a:latin typeface="Helvetica Neue"/>
              </a:rPr>
              <a:t>Learning Rate Schedulers</a:t>
            </a:r>
          </a:p>
          <a:p>
            <a:pPr marL="228600" indent="0">
              <a:buNone/>
            </a:pPr>
            <a:r>
              <a:rPr lang="en-US" sz="1050" b="0" i="1" dirty="0">
                <a:solidFill>
                  <a:srgbClr val="1F3864"/>
                </a:solidFill>
                <a:latin typeface="Consolas"/>
              </a:rPr>
              <a:t># Cosine Annealing: smoothly decays LR to 0</a:t>
            </a:r>
          </a:p>
          <a:p>
            <a:pPr marL="228600" indent="0">
              <a:buNone/>
            </a:pPr>
            <a:r>
              <a:rPr lang="en-US" sz="1050" b="0" i="1" dirty="0">
                <a:solidFill>
                  <a:srgbClr val="1F3864"/>
                </a:solidFill>
                <a:latin typeface="Consolas"/>
              </a:rPr>
              <a:t>scheduler = torch.optim.lr_scheduler.CosineAnnealingLR(</a:t>
            </a:r>
          </a:p>
          <a:p>
            <a:pPr marL="228600" indent="0">
              <a:buNone/>
            </a:pPr>
            <a:r>
              <a:rPr lang="en-US" sz="1050" b="0" i="1" dirty="0">
                <a:solidFill>
                  <a:srgbClr val="1F3864"/>
                </a:solidFill>
                <a:latin typeface="Consolas"/>
              </a:rPr>
              <a:t>    optimizer, T_max=num_epochs)</a:t>
            </a:r>
          </a:p>
          <a:p>
            <a:pPr marL="228600" indent="0">
              <a:buNone/>
            </a:pPr>
            <a:endParaRPr lang="en-US" sz="1050" b="0" i="1" dirty="0">
              <a:solidFill>
                <a:srgbClr val="1F3864"/>
              </a:solidFill>
              <a:latin typeface="Consolas"/>
            </a:endParaRPr>
          </a:p>
          <a:p>
            <a:pPr marL="228600" indent="0">
              <a:buNone/>
            </a:pPr>
            <a:r>
              <a:rPr lang="en-US" sz="1050" b="0" i="1" dirty="0">
                <a:solidFill>
                  <a:srgbClr val="1F3864"/>
                </a:solidFill>
                <a:latin typeface="Consolas"/>
              </a:rPr>
              <a:t># OneCycleLR: warm up then cosine decay</a:t>
            </a:r>
          </a:p>
          <a:p>
            <a:pPr marL="228600" indent="0">
              <a:buNone/>
            </a:pPr>
            <a:r>
              <a:rPr lang="en-US" sz="1050" b="0" i="1" dirty="0">
                <a:solidFill>
                  <a:srgbClr val="1F3864"/>
                </a:solidFill>
                <a:latin typeface="Consolas"/>
              </a:rPr>
              <a:t>scheduler = torch.optim.lr_scheduler.OneCycleLR(</a:t>
            </a:r>
          </a:p>
          <a:p>
            <a:pPr marL="228600" indent="0">
              <a:buNone/>
            </a:pPr>
            <a:r>
              <a:rPr lang="en-US" sz="1050" b="0" i="1" dirty="0">
                <a:solidFill>
                  <a:srgbClr val="1F3864"/>
                </a:solidFill>
                <a:latin typeface="Consolas"/>
              </a:rPr>
              <a:t>    optimizer,</a:t>
            </a:r>
          </a:p>
          <a:p>
            <a:pPr marL="228600" indent="0">
              <a:buNone/>
            </a:pPr>
            <a:r>
              <a:rPr lang="en-US" sz="1050" b="0" i="1" dirty="0">
                <a:solidFill>
                  <a:srgbClr val="1F3864"/>
                </a:solidFill>
                <a:latin typeface="Consolas"/>
              </a:rPr>
              <a:t>    max_lr=3e-4,</a:t>
            </a:r>
          </a:p>
          <a:p>
            <a:pPr marL="228600" indent="0">
              <a:buNone/>
            </a:pPr>
            <a:r>
              <a:rPr lang="en-US" sz="1050" b="0" i="1" dirty="0">
                <a:solidFill>
                  <a:srgbClr val="1F3864"/>
                </a:solidFill>
                <a:latin typeface="Consolas"/>
              </a:rPr>
              <a:t>    total_steps=len(loader)*epochs)</a:t>
            </a:r>
          </a:p>
          <a:p>
            <a:pPr marL="228600" indent="0">
              <a:buNone/>
            </a:pPr>
            <a:endParaRPr lang="en-US" sz="1050" b="0" i="1" dirty="0">
              <a:solidFill>
                <a:srgbClr val="1F3864"/>
              </a:solidFill>
              <a:latin typeface="Consolas"/>
            </a:endParaRPr>
          </a:p>
          <a:p>
            <a:pPr marL="228600" indent="0">
              <a:buNone/>
            </a:pPr>
            <a:r>
              <a:rPr lang="en-US" sz="1050" b="0" i="1" dirty="0">
                <a:solidFill>
                  <a:srgbClr val="1F3864"/>
                </a:solidFill>
                <a:latin typeface="Consolas"/>
              </a:rPr>
              <a:t># Call after each step (not each epoch for OneCycle)</a:t>
            </a:r>
          </a:p>
          <a:p>
            <a:pPr marL="228600" indent="0">
              <a:buNone/>
            </a:pPr>
            <a:r>
              <a:rPr lang="en-US" sz="1050" b="0" i="1" dirty="0">
                <a:solidFill>
                  <a:srgbClr val="1F3864"/>
                </a:solidFill>
                <a:latin typeface="Consolas"/>
              </a:rPr>
              <a:t>scheduler.step()</a:t>
            </a:r>
          </a:p>
          <a:p>
            <a:pPr marL="285750" indent="-285750">
              <a:buFont typeface="Arial"/>
              <a:buChar char="▸"/>
            </a:pPr>
            <a:r>
              <a:rPr lang="en-US" sz="1250" b="0" dirty="0">
                <a:solidFill>
                  <a:srgbClr val="000000"/>
                </a:solidFill>
                <a:latin typeface="Helvetica Neue"/>
              </a:rPr>
              <a:t>Linear warmup + cosine decay: standard for Transformer training</a:t>
            </a:r>
          </a:p>
        </p:txBody>
      </p:sp>
      <p:sp>
        <p:nvSpPr>
          <p:cNvPr id="50" name="Ref"/>
          <p:cNvSpPr txBox="1"/>
          <p:nvPr/>
        </p:nvSpPr>
        <p:spPr>
          <a:xfrm>
            <a:off x="311700" y="4900000"/>
            <a:ext cx="8520600" cy="18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t" anchorCtr="0">
            <a:noAutofit/>
          </a:bodyPr>
          <a:lstStyle/>
          <a:p>
            <a:pPr marL="0" indent="0">
              <a:buNone/>
            </a:pPr>
            <a:r>
              <a:rPr lang="en-US" sz="900" i="1" dirty="0">
                <a:solidFill>
                  <a:srgbClr val="7F7F7F"/>
                </a:solidFill>
                <a:latin typeface="Helvetica Neue"/>
              </a:rPr>
              <a:t>Ref: Kingma &amp; Ba, Adam: A Method for Stochastic Optimisation, ICLR 2015; Loshchilov, Decoupled Weight Decay, ICLR 2019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G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1"/>
          <p:cNvSpPr/>
          <p:nvPr/>
        </p:nvSpPr>
        <p:spPr>
          <a:xfrm>
            <a:off x="0" y="0"/>
            <a:ext cx="9144000" cy="210172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rtlCol="0" anchor="ctr"/>
          <a:lstStyle/>
          <a:p>
            <a:endParaRPr lang="en-US" sz="1200" dirty="0"/>
          </a:p>
        </p:txBody>
      </p:sp>
      <p:sp>
        <p:nvSpPr>
          <p:cNvPr id="3" name="R2"/>
          <p:cNvSpPr/>
          <p:nvPr/>
        </p:nvSpPr>
        <p:spPr>
          <a:xfrm>
            <a:off x="0" y="5103529"/>
            <a:ext cx="9144000" cy="67092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rtlCol="0" anchor="ctr"/>
          <a:lstStyle/>
          <a:p>
            <a:endParaRPr lang="en-US" sz="500" dirty="0"/>
          </a:p>
        </p:txBody>
      </p:sp>
      <p:sp>
        <p:nvSpPr>
          <p:cNvPr id="100" name="Ttl"/>
          <p:cNvSpPr txBox="1">
            <a:spLocks noGrp="1"/>
          </p:cNvSpPr>
          <p:nvPr>
            <p:ph type="title"/>
          </p:nvPr>
        </p:nvSpPr>
        <p:spPr>
          <a:xfrm>
            <a:off x="311700" y="207100"/>
            <a:ext cx="8520600" cy="555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lvl="0" algn="l"/>
            <a:r>
              <a:rPr lang="en-US" b="1" dirty="0">
                <a:solidFill>
                  <a:schemeClr val="tx1"/>
                </a:solidFill>
              </a:rPr>
              <a:t>Loss Functions: Matching the Task to the Criterion</a:t>
            </a:r>
          </a:p>
        </p:txBody>
      </p:sp>
      <p:sp>
        <p:nvSpPr>
          <p:cNvPr id="10" name="L"/>
          <p:cNvSpPr txBox="1"/>
          <p:nvPr/>
        </p:nvSpPr>
        <p:spPr>
          <a:xfrm>
            <a:off x="311700" y="729436"/>
            <a:ext cx="4180000" cy="4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85000" lnSpcReduction="20000"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002060"/>
                </a:solidFill>
                <a:latin typeface="Helvetica Neue"/>
              </a:rPr>
              <a:t>Classification: CrossEntropyLoss</a:t>
            </a:r>
          </a:p>
          <a:p>
            <a:pPr marL="228600" indent="0">
              <a:buNone/>
            </a:pPr>
            <a:r>
              <a:rPr lang="en-US" sz="1050" b="0" i="1" dirty="0">
                <a:solidFill>
                  <a:srgbClr val="1F3864"/>
                </a:solidFill>
                <a:latin typeface="Consolas"/>
              </a:rPr>
              <a:t>criterion = nn.CrossEntropyLoss()</a:t>
            </a:r>
          </a:p>
          <a:p>
            <a:pPr marL="228600" indent="0">
              <a:buNone/>
            </a:pPr>
            <a:r>
              <a:rPr lang="en-US" sz="1050" b="0" i="1" dirty="0">
                <a:solidFill>
                  <a:srgbClr val="1F3864"/>
                </a:solidFill>
                <a:latin typeface="Consolas"/>
              </a:rPr>
              <a:t>logits = model(x)          # shape (B, num_classes), raw scores</a:t>
            </a:r>
          </a:p>
          <a:p>
            <a:pPr marL="228600" indent="0">
              <a:buNone/>
            </a:pPr>
            <a:r>
              <a:rPr lang="en-US" sz="1050" b="0" i="1" dirty="0">
                <a:solidFill>
                  <a:srgbClr val="1F3864"/>
                </a:solidFill>
                <a:latin typeface="Consolas"/>
              </a:rPr>
              <a:t>loss   = criterion(logits, labels)  # labels: (B,) integers</a:t>
            </a:r>
          </a:p>
          <a:p>
            <a:pPr marL="285750" indent="-285750">
              <a:buFont typeface="Arial"/>
              <a:buChar char="▸"/>
            </a:pPr>
            <a:r>
              <a:rPr lang="en-US" sz="1250" b="0" dirty="0">
                <a:solidFill>
                  <a:srgbClr val="000000"/>
                </a:solidFill>
                <a:latin typeface="Helvetica Neue"/>
              </a:rPr>
              <a:t>Takes raw logits (not softmax output) — applies log_softmax internally</a:t>
            </a:r>
          </a:p>
          <a:p>
            <a:pPr marL="285750" indent="-285750">
              <a:buFont typeface="Arial"/>
              <a:buChar char="▸"/>
            </a:pPr>
            <a:r>
              <a:rPr lang="en-US" sz="1250" b="0" dirty="0">
                <a:solidFill>
                  <a:srgbClr val="000000"/>
                </a:solidFill>
                <a:latin typeface="Helvetica Neue"/>
              </a:rPr>
              <a:t>label_smoothing=0.1: softens hard labels, reduces overconfidence</a:t>
            </a:r>
          </a:p>
          <a:p>
            <a:pPr marL="285750" indent="-285750">
              <a:buFont typeface="Arial"/>
              <a:buChar char="▸"/>
            </a:pPr>
            <a:r>
              <a:rPr lang="en-US" sz="1250" b="0" dirty="0">
                <a:solidFill>
                  <a:srgbClr val="000000"/>
                </a:solidFill>
                <a:latin typeface="Helvetica Neue"/>
              </a:rPr>
              <a:t>weight parameter: up-weights rare classes for imbalanced datasets</a:t>
            </a:r>
          </a:p>
          <a:p>
            <a:pPr marL="0" indent="0">
              <a:buNone/>
            </a:pPr>
            <a:endParaRPr lang="en-US" sz="600" dirty="0"/>
          </a:p>
          <a:p>
            <a:pPr marL="0" indent="0">
              <a:buNone/>
            </a:pPr>
            <a:r>
              <a:rPr lang="en-US" sz="1400" b="1" dirty="0">
                <a:solidFill>
                  <a:srgbClr val="002060"/>
                </a:solidFill>
                <a:latin typeface="Helvetica Neue"/>
              </a:rPr>
              <a:t>Binary Classification: BCEWithLogitsLoss</a:t>
            </a:r>
          </a:p>
          <a:p>
            <a:pPr marL="228600" indent="0">
              <a:buNone/>
            </a:pPr>
            <a:r>
              <a:rPr lang="en-US" sz="1050" b="0" i="1" dirty="0">
                <a:solidFill>
                  <a:srgbClr val="1F3864"/>
                </a:solidFill>
                <a:latin typeface="Consolas"/>
              </a:rPr>
              <a:t>criterion = nn.BCEWithLogitsLoss()</a:t>
            </a:r>
          </a:p>
          <a:p>
            <a:pPr marL="228600" indent="0">
              <a:buNone/>
            </a:pPr>
            <a:r>
              <a:rPr lang="en-US" sz="1050" b="0" i="1" dirty="0">
                <a:solidFill>
                  <a:srgbClr val="1F3864"/>
                </a:solidFill>
                <a:latin typeface="Consolas"/>
              </a:rPr>
              <a:t>logits = model(x).squeeze()   # shape (B,)</a:t>
            </a:r>
          </a:p>
          <a:p>
            <a:pPr marL="228600" indent="0">
              <a:buNone/>
            </a:pPr>
            <a:r>
              <a:rPr lang="en-US" sz="1050" b="0" i="1" dirty="0">
                <a:solidFill>
                  <a:srgbClr val="1F3864"/>
                </a:solidFill>
                <a:latin typeface="Consolas"/>
              </a:rPr>
              <a:t>labels = labels.float()       # must be float</a:t>
            </a:r>
          </a:p>
          <a:p>
            <a:pPr marL="228600" indent="0">
              <a:buNone/>
            </a:pPr>
            <a:r>
              <a:rPr lang="en-US" sz="1050" b="0" i="1" dirty="0">
                <a:solidFill>
                  <a:srgbClr val="1F3864"/>
                </a:solidFill>
                <a:latin typeface="Consolas"/>
              </a:rPr>
              <a:t>loss   = criterion(logits, labels)</a:t>
            </a:r>
          </a:p>
          <a:p>
            <a:pPr marL="285750" indent="-285750">
              <a:buFont typeface="Arial"/>
              <a:buChar char="▸"/>
            </a:pPr>
            <a:r>
              <a:rPr lang="en-US" sz="1250" b="0" dirty="0">
                <a:solidFill>
                  <a:srgbClr val="000000"/>
                </a:solidFill>
                <a:latin typeface="Helvetica Neue"/>
              </a:rPr>
              <a:t>Numerically stable: combines sigmoid + BCE in one operation</a:t>
            </a:r>
          </a:p>
          <a:p>
            <a:pPr marL="285750" indent="-285750">
              <a:buFont typeface="Arial"/>
              <a:buChar char="▸"/>
            </a:pPr>
            <a:r>
              <a:rPr lang="en-US" sz="1250" b="0" dirty="0">
                <a:solidFill>
                  <a:srgbClr val="000000"/>
                </a:solidFill>
                <a:latin typeface="Helvetica Neue"/>
              </a:rPr>
              <a:t>Use when output is a single probability (yes/no, real/fake)</a:t>
            </a:r>
          </a:p>
          <a:p>
            <a:pPr marL="0" indent="0">
              <a:buNone/>
            </a:pPr>
            <a:endParaRPr lang="en-US" sz="600" dirty="0"/>
          </a:p>
          <a:p>
            <a:pPr marL="0" indent="0">
              <a:buNone/>
            </a:pPr>
            <a:r>
              <a:rPr lang="en-US" sz="1400" b="1" dirty="0">
                <a:solidFill>
                  <a:srgbClr val="002060"/>
                </a:solidFill>
                <a:latin typeface="Helvetica Neue"/>
              </a:rPr>
              <a:t>Regression: MSELoss and L1Loss</a:t>
            </a:r>
          </a:p>
          <a:p>
            <a:pPr marL="228600" indent="0">
              <a:buNone/>
            </a:pPr>
            <a:r>
              <a:rPr lang="en-US" sz="1050" b="0" i="1" dirty="0">
                <a:solidFill>
                  <a:srgbClr val="1F3864"/>
                </a:solidFill>
                <a:latin typeface="Consolas"/>
              </a:rPr>
              <a:t>criterion = nn.MSELoss()    # mean squared error</a:t>
            </a:r>
          </a:p>
          <a:p>
            <a:pPr marL="228600" indent="0">
              <a:buNone/>
            </a:pPr>
            <a:r>
              <a:rPr lang="en-US" sz="1050" b="0" i="1" dirty="0">
                <a:solidFill>
                  <a:srgbClr val="1F3864"/>
                </a:solidFill>
                <a:latin typeface="Consolas"/>
              </a:rPr>
              <a:t>criterion = nn.L1Loss()     # mean absolute error</a:t>
            </a:r>
          </a:p>
          <a:p>
            <a:pPr marL="228600" indent="0">
              <a:buNone/>
            </a:pPr>
            <a:r>
              <a:rPr lang="en-US" sz="1050" b="0" i="1" dirty="0">
                <a:solidFill>
                  <a:srgbClr val="1F3864"/>
                </a:solidFill>
                <a:latin typeface="Consolas"/>
              </a:rPr>
              <a:t>criterion = nn.HuberLoss()  # smooth L1 (robust to outliers)</a:t>
            </a:r>
          </a:p>
          <a:p>
            <a:pPr marL="285750" indent="-285750">
              <a:buFont typeface="Arial"/>
              <a:buChar char="▸"/>
            </a:pPr>
            <a:r>
              <a:rPr lang="en-US" sz="1250" b="0" dirty="0">
                <a:solidFill>
                  <a:srgbClr val="000000"/>
                </a:solidFill>
                <a:latin typeface="Helvetica Neue"/>
              </a:rPr>
              <a:t>MSE: penalises large errors heavily — sensitive to outliers</a:t>
            </a:r>
          </a:p>
          <a:p>
            <a:pPr marL="285750" indent="-285750">
              <a:buFont typeface="Arial"/>
              <a:buChar char="▸"/>
            </a:pPr>
            <a:r>
              <a:rPr lang="en-US" sz="1250" b="0" dirty="0">
                <a:solidFill>
                  <a:srgbClr val="000000"/>
                </a:solidFill>
                <a:latin typeface="Helvetica Neue"/>
              </a:rPr>
              <a:t>L1 (MAE): more robust to outliers; non-differentiable at 0</a:t>
            </a:r>
          </a:p>
          <a:p>
            <a:pPr marL="285750" indent="-285750">
              <a:buFont typeface="Arial"/>
              <a:buChar char="▸"/>
            </a:pPr>
            <a:r>
              <a:rPr lang="en-US" sz="1250" b="0" dirty="0">
                <a:solidFill>
                  <a:srgbClr val="000000"/>
                </a:solidFill>
                <a:latin typeface="Helvetica Neue"/>
              </a:rPr>
              <a:t>Huber: L2 near zero, L1 for large errors — best of both</a:t>
            </a:r>
          </a:p>
        </p:txBody>
      </p:sp>
      <p:sp>
        <p:nvSpPr>
          <p:cNvPr id="11" name="R"/>
          <p:cNvSpPr txBox="1"/>
          <p:nvPr/>
        </p:nvSpPr>
        <p:spPr>
          <a:xfrm>
            <a:off x="4651700" y="712954"/>
            <a:ext cx="4180600" cy="4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2500" lnSpcReduction="20000"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002060"/>
                </a:solidFill>
                <a:latin typeface="Helvetica Neue"/>
              </a:rPr>
              <a:t>Sequence Modelling: Cross-Entropy with Ignore Index</a:t>
            </a:r>
          </a:p>
          <a:p>
            <a:pPr marL="228600" indent="0">
              <a:buNone/>
            </a:pPr>
            <a:r>
              <a:rPr lang="en-US" sz="1050" b="0" i="1" dirty="0">
                <a:solidFill>
                  <a:srgbClr val="1F3864"/>
                </a:solidFill>
                <a:latin typeface="Consolas"/>
              </a:rPr>
              <a:t>criterion = nn.CrossEntropyLoss(ignore_index=0)</a:t>
            </a:r>
          </a:p>
          <a:p>
            <a:pPr marL="228600" indent="0">
              <a:buNone/>
            </a:pPr>
            <a:r>
              <a:rPr lang="en-US" sz="1050" b="0" i="1" dirty="0">
                <a:solidFill>
                  <a:srgbClr val="1F3864"/>
                </a:solidFill>
                <a:latin typeface="Consolas"/>
              </a:rPr>
              <a:t># ignore_index=0: padding tokens do not contribute to loss</a:t>
            </a:r>
          </a:p>
          <a:p>
            <a:pPr marL="228600" indent="0">
              <a:buNone/>
            </a:pPr>
            <a:r>
              <a:rPr lang="en-US" sz="1050" b="0" i="1" dirty="0">
                <a:solidFill>
                  <a:srgbClr val="1F3864"/>
                </a:solidFill>
                <a:latin typeface="Consolas"/>
              </a:rPr>
              <a:t>logits = model(input_ids)  # (B, T, vocab_size)</a:t>
            </a:r>
          </a:p>
          <a:p>
            <a:pPr marL="228600" indent="0">
              <a:buNone/>
            </a:pPr>
            <a:r>
              <a:rPr lang="en-US" sz="1050" b="0" i="1" dirty="0">
                <a:solidFill>
                  <a:srgbClr val="1F3864"/>
                </a:solidFill>
                <a:latin typeface="Consolas"/>
              </a:rPr>
              <a:t># Reshape for criterion: (B*T, vocab) and (B*T,)</a:t>
            </a:r>
          </a:p>
          <a:p>
            <a:pPr marL="228600" indent="0">
              <a:buNone/>
            </a:pPr>
            <a:r>
              <a:rPr lang="en-US" sz="1050" b="0" i="1" dirty="0">
                <a:solidFill>
                  <a:srgbClr val="1F3864"/>
                </a:solidFill>
                <a:latin typeface="Consolas"/>
              </a:rPr>
              <a:t>loss = criterion(logits.view(-1, V), targets.view(-1))</a:t>
            </a:r>
          </a:p>
          <a:p>
            <a:pPr marL="0" indent="0">
              <a:buNone/>
            </a:pPr>
            <a:endParaRPr lang="en-US" sz="600" dirty="0"/>
          </a:p>
          <a:p>
            <a:pPr marL="0" indent="0">
              <a:buNone/>
            </a:pPr>
            <a:r>
              <a:rPr lang="en-US" sz="1400" b="1" dirty="0">
                <a:solidFill>
                  <a:srgbClr val="002060"/>
                </a:solidFill>
                <a:latin typeface="Helvetica Neue"/>
              </a:rPr>
              <a:t>Custom Loss Functions</a:t>
            </a:r>
          </a:p>
          <a:p>
            <a:pPr marL="228600" indent="0">
              <a:buNone/>
            </a:pPr>
            <a:r>
              <a:rPr lang="en-US" sz="1050" b="0" i="1" dirty="0">
                <a:solidFill>
                  <a:srgbClr val="1F3864"/>
                </a:solidFill>
                <a:latin typeface="Consolas"/>
              </a:rPr>
              <a:t>def focal_loss(logits, targets, gamma=2.0):</a:t>
            </a:r>
          </a:p>
          <a:p>
            <a:pPr marL="228600" indent="0">
              <a:buNone/>
            </a:pPr>
            <a:r>
              <a:rPr lang="en-US" sz="1050" b="0" i="1" dirty="0">
                <a:solidFill>
                  <a:srgbClr val="1F3864"/>
                </a:solidFill>
                <a:latin typeface="Consolas"/>
              </a:rPr>
              <a:t>    p      = torch.sigmoid(logits)</a:t>
            </a:r>
          </a:p>
          <a:p>
            <a:pPr marL="228600" indent="0">
              <a:buNone/>
            </a:pPr>
            <a:r>
              <a:rPr lang="en-US" sz="1050" b="0" i="1" dirty="0">
                <a:solidFill>
                  <a:srgbClr val="1F3864"/>
                </a:solidFill>
                <a:latin typeface="Consolas"/>
              </a:rPr>
              <a:t>    ce     = F.binary_cross_entropy_with_logits(</a:t>
            </a:r>
          </a:p>
          <a:p>
            <a:pPr marL="228600" indent="0">
              <a:buNone/>
            </a:pPr>
            <a:r>
              <a:rPr lang="en-US" sz="1050" b="0" i="1" dirty="0">
                <a:solidFill>
                  <a:srgbClr val="1F3864"/>
                </a:solidFill>
                <a:latin typeface="Consolas"/>
              </a:rPr>
              <a:t>                 logits, targets, reduction='none')</a:t>
            </a:r>
          </a:p>
          <a:p>
            <a:pPr marL="228600" indent="0">
              <a:buNone/>
            </a:pPr>
            <a:r>
              <a:rPr lang="en-US" sz="1050" b="0" i="1" dirty="0">
                <a:solidFill>
                  <a:srgbClr val="1F3864"/>
                </a:solidFill>
                <a:latin typeface="Consolas"/>
              </a:rPr>
              <a:t>    weight = (1 - p)**gamma</a:t>
            </a:r>
          </a:p>
          <a:p>
            <a:pPr marL="228600" indent="0">
              <a:buNone/>
            </a:pPr>
            <a:r>
              <a:rPr lang="en-US" sz="1050" b="0" i="1" dirty="0">
                <a:solidFill>
                  <a:srgbClr val="1F3864"/>
                </a:solidFill>
                <a:latin typeface="Consolas"/>
              </a:rPr>
              <a:t>    return (weight * ce).mean()</a:t>
            </a:r>
          </a:p>
          <a:p>
            <a:pPr marL="285750" indent="-285750">
              <a:buFont typeface="Arial"/>
              <a:buChar char="▸"/>
            </a:pPr>
            <a:r>
              <a:rPr lang="en-US" sz="1250" b="0" dirty="0">
                <a:solidFill>
                  <a:srgbClr val="000000"/>
                </a:solidFill>
                <a:latin typeface="Helvetica Neue"/>
              </a:rPr>
              <a:t>Any differentiable function of tensors works as a loss</a:t>
            </a:r>
          </a:p>
          <a:p>
            <a:pPr marL="285750" indent="-285750">
              <a:buFont typeface="Arial"/>
              <a:buChar char="▸"/>
            </a:pPr>
            <a:r>
              <a:rPr lang="en-US" sz="1250" b="0" dirty="0">
                <a:solidFill>
                  <a:srgbClr val="000000"/>
                </a:solidFill>
                <a:latin typeface="Helvetica Neue"/>
              </a:rPr>
              <a:t>PyTorch can backpropagate through it automatically</a:t>
            </a:r>
          </a:p>
          <a:p>
            <a:pPr marL="0" indent="0">
              <a:buNone/>
            </a:pPr>
            <a:endParaRPr lang="en-US" sz="600" dirty="0"/>
          </a:p>
          <a:p>
            <a:pPr marL="0" indent="0">
              <a:buNone/>
            </a:pPr>
            <a:r>
              <a:rPr lang="en-US" sz="1400" b="1" dirty="0">
                <a:solidFill>
                  <a:srgbClr val="002060"/>
                </a:solidFill>
                <a:latin typeface="Helvetica Neue"/>
              </a:rPr>
              <a:t>Loss Function Selection Guide</a:t>
            </a:r>
          </a:p>
          <a:p>
            <a:pPr marL="0" indent="0">
              <a:buNone/>
            </a:pPr>
            <a:r>
              <a:rPr lang="en-US" sz="1100" b="0" i="1" dirty="0">
                <a:solidFill>
                  <a:srgbClr val="434343"/>
                </a:solidFill>
                <a:latin typeface="Helvetica Neue"/>
              </a:rPr>
              <a:t>  Task                    Loss function</a:t>
            </a:r>
          </a:p>
          <a:p>
            <a:pPr marL="0" indent="0">
              <a:buNone/>
            </a:pPr>
            <a:r>
              <a:rPr lang="en-US" sz="1100" b="0" i="1" dirty="0">
                <a:solidFill>
                  <a:srgbClr val="434343"/>
                </a:solidFill>
                <a:latin typeface="Helvetica Neue"/>
              </a:rPr>
              <a:t>  Multi-class classify    CrossEntropyLoss</a:t>
            </a:r>
          </a:p>
          <a:p>
            <a:pPr marL="0" indent="0">
              <a:buNone/>
            </a:pPr>
            <a:r>
              <a:rPr lang="en-US" sz="1100" b="0" i="1" dirty="0">
                <a:solidFill>
                  <a:srgbClr val="434343"/>
                </a:solidFill>
                <a:latin typeface="Helvetica Neue"/>
              </a:rPr>
              <a:t>  Binary classify         BCEWithLogitsLoss</a:t>
            </a:r>
          </a:p>
          <a:p>
            <a:pPr marL="0" indent="0">
              <a:buNone/>
            </a:pPr>
            <a:r>
              <a:rPr lang="en-US" sz="1100" b="0" i="1" dirty="0">
                <a:solidFill>
                  <a:srgbClr val="434343"/>
                </a:solidFill>
                <a:latin typeface="Helvetica Neue"/>
              </a:rPr>
              <a:t>  Regression              MSELoss or HuberLoss</a:t>
            </a:r>
          </a:p>
          <a:p>
            <a:pPr marL="0" indent="0">
              <a:buNone/>
            </a:pPr>
            <a:r>
              <a:rPr lang="en-US" sz="1100" b="0" i="1" dirty="0">
                <a:solidFill>
                  <a:srgbClr val="434343"/>
                </a:solidFill>
                <a:latin typeface="Helvetica Neue"/>
              </a:rPr>
              <a:t>  Language modelling      CrossEntropyLoss + ignore_index</a:t>
            </a:r>
          </a:p>
          <a:p>
            <a:pPr marL="0" indent="0">
              <a:buNone/>
            </a:pPr>
            <a:r>
              <a:rPr lang="en-US" sz="1100" b="0" i="1" dirty="0">
                <a:solidFill>
                  <a:srgbClr val="434343"/>
                </a:solidFill>
                <a:latin typeface="Helvetica Neue"/>
              </a:rPr>
              <a:t>  Contrastive (CLIP)      InfoNCE / cosine similarity</a:t>
            </a:r>
          </a:p>
          <a:p>
            <a:pPr marL="0" indent="0">
              <a:buNone/>
            </a:pPr>
            <a:r>
              <a:rPr lang="en-US" sz="1100" b="0" i="1" dirty="0">
                <a:solidFill>
                  <a:srgbClr val="434343"/>
                </a:solidFill>
                <a:latin typeface="Helvetica Neue"/>
              </a:rPr>
              <a:t>  Object detection        FocalLoss + GIoU + L1</a:t>
            </a:r>
          </a:p>
        </p:txBody>
      </p:sp>
      <p:sp>
        <p:nvSpPr>
          <p:cNvPr id="50" name="Ref"/>
          <p:cNvSpPr txBox="1"/>
          <p:nvPr/>
        </p:nvSpPr>
        <p:spPr>
          <a:xfrm>
            <a:off x="311700" y="4900000"/>
            <a:ext cx="8520600" cy="18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t" anchorCtr="0">
            <a:noAutofit/>
          </a:bodyPr>
          <a:lstStyle/>
          <a:p>
            <a:pPr marL="0" indent="0">
              <a:buNone/>
            </a:pPr>
            <a:r>
              <a:rPr lang="en-US" sz="900" i="1" dirty="0">
                <a:solidFill>
                  <a:srgbClr val="7F7F7F"/>
                </a:solidFill>
                <a:latin typeface="Helvetica Neue"/>
              </a:rPr>
              <a:t>Ref: PyTorch Loss Functions Reference (pytorch.org/docs/stable/nn.html#loss-functions)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G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1"/>
          <p:cNvSpPr/>
          <p:nvPr/>
        </p:nvSpPr>
        <p:spPr>
          <a:xfrm>
            <a:off x="0" y="0"/>
            <a:ext cx="9144000" cy="210172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rtlCol="0" anchor="ctr"/>
          <a:lstStyle/>
          <a:p>
            <a:endParaRPr lang="en-US" sz="1200" dirty="0"/>
          </a:p>
        </p:txBody>
      </p:sp>
      <p:sp>
        <p:nvSpPr>
          <p:cNvPr id="3" name="R2"/>
          <p:cNvSpPr/>
          <p:nvPr/>
        </p:nvSpPr>
        <p:spPr>
          <a:xfrm>
            <a:off x="0" y="5103529"/>
            <a:ext cx="9144000" cy="67092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rtlCol="0" anchor="ctr"/>
          <a:lstStyle/>
          <a:p>
            <a:endParaRPr lang="en-US" sz="500" dirty="0"/>
          </a:p>
        </p:txBody>
      </p:sp>
      <p:sp>
        <p:nvSpPr>
          <p:cNvPr id="100" name="Ttl"/>
          <p:cNvSpPr txBox="1">
            <a:spLocks noGrp="1"/>
          </p:cNvSpPr>
          <p:nvPr>
            <p:ph type="title"/>
          </p:nvPr>
        </p:nvSpPr>
        <p:spPr>
          <a:xfrm>
            <a:off x="311700" y="207100"/>
            <a:ext cx="8520600" cy="555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 algn="l"/>
            <a:r>
              <a:rPr lang="en-US" sz="2000" b="1" dirty="0">
                <a:solidFill>
                  <a:schemeClr val="tx1"/>
                </a:solidFill>
              </a:rPr>
              <a:t>Validation Loop, Checkpointing &amp; Complete Training Template</a:t>
            </a:r>
          </a:p>
        </p:txBody>
      </p:sp>
      <p:sp>
        <p:nvSpPr>
          <p:cNvPr id="10" name="Body"/>
          <p:cNvSpPr txBox="1"/>
          <p:nvPr/>
        </p:nvSpPr>
        <p:spPr>
          <a:xfrm>
            <a:off x="311700" y="709436"/>
            <a:ext cx="8520600" cy="404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77500" lnSpcReduction="20000"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002060"/>
                </a:solidFill>
                <a:latin typeface="Helvetica Neue"/>
              </a:rPr>
              <a:t>The Validation Loop</a:t>
            </a:r>
          </a:p>
          <a:p>
            <a:pPr marL="228600" indent="0">
              <a:buNone/>
            </a:pPr>
            <a:r>
              <a:rPr lang="en-US" sz="1050" b="0" i="1" dirty="0">
                <a:solidFill>
                  <a:srgbClr val="1F3864"/>
                </a:solidFill>
                <a:latin typeface="Consolas"/>
              </a:rPr>
              <a:t>def evaluate(model, loader, criterion, device):</a:t>
            </a:r>
          </a:p>
          <a:p>
            <a:pPr marL="228600" indent="0">
              <a:buNone/>
            </a:pPr>
            <a:r>
              <a:rPr lang="en-US" sz="1050" b="0" i="1" dirty="0">
                <a:solidFill>
                  <a:srgbClr val="1F3864"/>
                </a:solidFill>
                <a:latin typeface="Consolas"/>
              </a:rPr>
              <a:t>    model.eval()                         # CRITICAL: disable Dropout/BatchNorm train mode</a:t>
            </a:r>
          </a:p>
          <a:p>
            <a:pPr marL="228600" indent="0">
              <a:buNone/>
            </a:pPr>
            <a:r>
              <a:rPr lang="en-US" sz="1050" b="0" i="1" dirty="0">
                <a:solidFill>
                  <a:srgbClr val="1F3864"/>
                </a:solidFill>
                <a:latin typeface="Consolas"/>
              </a:rPr>
              <a:t>    total_loss, correct, total = 0, 0, 0</a:t>
            </a:r>
          </a:p>
          <a:p>
            <a:pPr marL="228600" indent="0">
              <a:buNone/>
            </a:pPr>
            <a:r>
              <a:rPr lang="en-US" sz="1050" b="0" i="1" dirty="0">
                <a:solidFill>
                  <a:srgbClr val="1F3864"/>
                </a:solidFill>
                <a:latin typeface="Consolas"/>
              </a:rPr>
              <a:t>    with torch.no_grad():                # CRITICAL: no gradient computation needed</a:t>
            </a:r>
          </a:p>
          <a:p>
            <a:pPr marL="228600" indent="0">
              <a:buNone/>
            </a:pPr>
            <a:r>
              <a:rPr lang="en-US" sz="1050" b="0" i="1" dirty="0">
                <a:solidFill>
                  <a:srgbClr val="1F3864"/>
                </a:solidFill>
                <a:latin typeface="Consolas"/>
              </a:rPr>
              <a:t>        for x, y in loader:</a:t>
            </a:r>
          </a:p>
          <a:p>
            <a:pPr marL="228600" indent="0">
              <a:buNone/>
            </a:pPr>
            <a:r>
              <a:rPr lang="en-US" sz="1050" b="0" i="1" dirty="0">
                <a:solidFill>
                  <a:srgbClr val="1F3864"/>
                </a:solidFill>
                <a:latin typeface="Consolas"/>
              </a:rPr>
              <a:t>            x, y = x.to(device), y.to(device)</a:t>
            </a:r>
          </a:p>
          <a:p>
            <a:pPr marL="228600" indent="0">
              <a:buNone/>
            </a:pPr>
            <a:r>
              <a:rPr lang="en-US" sz="1050" b="0" i="1" dirty="0">
                <a:solidFill>
                  <a:srgbClr val="1F3864"/>
                </a:solidFill>
                <a:latin typeface="Consolas"/>
              </a:rPr>
              <a:t>            logits = model(x)</a:t>
            </a:r>
          </a:p>
          <a:p>
            <a:pPr marL="228600" indent="0">
              <a:buNone/>
            </a:pPr>
            <a:r>
              <a:rPr lang="en-US" sz="1050" b="0" i="1" dirty="0">
                <a:solidFill>
                  <a:srgbClr val="1F3864"/>
                </a:solidFill>
                <a:latin typeface="Consolas"/>
              </a:rPr>
              <a:t>            total_loss += criterion(logits, y).item() * x.size(0)</a:t>
            </a:r>
          </a:p>
          <a:p>
            <a:pPr marL="228600" indent="0">
              <a:buNone/>
            </a:pPr>
            <a:r>
              <a:rPr lang="en-US" sz="1050" b="0" i="1" dirty="0">
                <a:solidFill>
                  <a:srgbClr val="1F3864"/>
                </a:solidFill>
                <a:latin typeface="Consolas"/>
              </a:rPr>
              <a:t>            correct    += (logits.argmax(1) == y).sum().item()</a:t>
            </a:r>
          </a:p>
          <a:p>
            <a:pPr marL="228600" indent="0">
              <a:buNone/>
            </a:pPr>
            <a:r>
              <a:rPr lang="en-US" sz="1050" b="0" i="1" dirty="0">
                <a:solidFill>
                  <a:srgbClr val="1F3864"/>
                </a:solidFill>
                <a:latin typeface="Consolas"/>
              </a:rPr>
              <a:t>            total      += x.size(0)</a:t>
            </a:r>
          </a:p>
          <a:p>
            <a:pPr marL="228600" indent="0">
              <a:buNone/>
            </a:pPr>
            <a:r>
              <a:rPr lang="en-US" sz="1050" b="0" i="1" dirty="0">
                <a:solidFill>
                  <a:srgbClr val="1F3864"/>
                </a:solidFill>
                <a:latin typeface="Consolas"/>
              </a:rPr>
              <a:t>    return total_loss/total, correct/total   # avg loss, accuracy</a:t>
            </a:r>
          </a:p>
          <a:p>
            <a:pPr marL="0" indent="0">
              <a:buNone/>
            </a:pPr>
            <a:endParaRPr lang="en-US" sz="600" dirty="0"/>
          </a:p>
          <a:p>
            <a:pPr marL="0" indent="0">
              <a:buNone/>
            </a:pPr>
            <a:r>
              <a:rPr lang="en-US" sz="1400" b="1" dirty="0">
                <a:solidFill>
                  <a:srgbClr val="002060"/>
                </a:solidFill>
                <a:latin typeface="Helvetica Neue"/>
              </a:rPr>
              <a:t>Checkpointing: Saving Full Training State</a:t>
            </a:r>
          </a:p>
          <a:p>
            <a:pPr marL="228600" indent="0">
              <a:buNone/>
            </a:pPr>
            <a:r>
              <a:rPr lang="en-US" sz="1050" b="0" i="1" dirty="0">
                <a:solidFill>
                  <a:srgbClr val="1F3864"/>
                </a:solidFill>
                <a:latin typeface="Consolas"/>
              </a:rPr>
              <a:t>checkpoint = {</a:t>
            </a:r>
          </a:p>
          <a:p>
            <a:pPr marL="228600" indent="0">
              <a:buNone/>
            </a:pPr>
            <a:r>
              <a:rPr lang="en-US" sz="1050" b="0" i="1" dirty="0">
                <a:solidFill>
                  <a:srgbClr val="1F3864"/>
                </a:solidFill>
                <a:latin typeface="Consolas"/>
              </a:rPr>
              <a:t>    'epoch'     : epoch,</a:t>
            </a:r>
          </a:p>
          <a:p>
            <a:pPr marL="228600" indent="0">
              <a:buNone/>
            </a:pPr>
            <a:r>
              <a:rPr lang="en-US" sz="1050" b="0" i="1" dirty="0">
                <a:solidFill>
                  <a:srgbClr val="1F3864"/>
                </a:solidFill>
                <a:latin typeface="Consolas"/>
              </a:rPr>
              <a:t>    'model'     : model.state_dict(),</a:t>
            </a:r>
          </a:p>
          <a:p>
            <a:pPr marL="228600" indent="0">
              <a:buNone/>
            </a:pPr>
            <a:r>
              <a:rPr lang="en-US" sz="1050" b="0" i="1" dirty="0">
                <a:solidFill>
                  <a:srgbClr val="1F3864"/>
                </a:solidFill>
                <a:latin typeface="Consolas"/>
              </a:rPr>
              <a:t>    'optimizer' : optimizer.state_dict(),</a:t>
            </a:r>
          </a:p>
          <a:p>
            <a:pPr marL="228600" indent="0">
              <a:buNone/>
            </a:pPr>
            <a:r>
              <a:rPr lang="en-US" sz="1050" b="0" i="1" dirty="0">
                <a:solidFill>
                  <a:srgbClr val="1F3864"/>
                </a:solidFill>
                <a:latin typeface="Consolas"/>
              </a:rPr>
              <a:t>    'scheduler' : scheduler.state_dict(),</a:t>
            </a:r>
          </a:p>
          <a:p>
            <a:pPr marL="228600" indent="0">
              <a:buNone/>
            </a:pPr>
            <a:r>
              <a:rPr lang="en-US" sz="1050" b="0" i="1" dirty="0">
                <a:solidFill>
                  <a:srgbClr val="1F3864"/>
                </a:solidFill>
                <a:latin typeface="Consolas"/>
              </a:rPr>
              <a:t>    'scaler'    : scaler.state_dict(),    # AMP loss scale</a:t>
            </a:r>
          </a:p>
          <a:p>
            <a:pPr marL="228600" indent="0">
              <a:buNone/>
            </a:pPr>
            <a:r>
              <a:rPr lang="en-US" sz="1050" b="0" i="1" dirty="0">
                <a:solidFill>
                  <a:srgbClr val="1F3864"/>
                </a:solidFill>
                <a:latin typeface="Consolas"/>
              </a:rPr>
              <a:t>    'val_loss'  : val_loss,</a:t>
            </a:r>
          </a:p>
          <a:p>
            <a:pPr marL="228600" indent="0">
              <a:buNone/>
            </a:pPr>
            <a:r>
              <a:rPr lang="en-US" sz="1050" b="0" i="1" dirty="0">
                <a:solidFill>
                  <a:srgbClr val="1F3864"/>
                </a:solidFill>
                <a:latin typeface="Consolas"/>
              </a:rPr>
              <a:t>    'val_acc'   : val_acc,</a:t>
            </a:r>
          </a:p>
          <a:p>
            <a:pPr marL="228600" indent="0">
              <a:buNone/>
            </a:pPr>
            <a:r>
              <a:rPr lang="en-US" sz="1050" b="0" i="1" dirty="0">
                <a:solidFill>
                  <a:srgbClr val="1F3864"/>
                </a:solidFill>
                <a:latin typeface="Consolas"/>
              </a:rPr>
              <a:t>}</a:t>
            </a:r>
          </a:p>
          <a:p>
            <a:pPr marL="228600" indent="0">
              <a:buNone/>
            </a:pPr>
            <a:r>
              <a:rPr lang="en-US" sz="1050" b="0" i="1" dirty="0">
                <a:solidFill>
                  <a:srgbClr val="1F3864"/>
                </a:solidFill>
                <a:latin typeface="Consolas"/>
              </a:rPr>
              <a:t>torch.save(checkpoint, f'checkpoint_epoch{epoch:03d}.pth')</a:t>
            </a:r>
          </a:p>
          <a:p>
            <a:pPr marL="0" indent="0">
              <a:buNone/>
            </a:pPr>
            <a:endParaRPr lang="en-US" sz="600" dirty="0"/>
          </a:p>
          <a:p>
            <a:pPr marL="0" indent="0">
              <a:buNone/>
            </a:pPr>
            <a:r>
              <a:rPr lang="en-US" sz="1400" b="1" dirty="0">
                <a:solidFill>
                  <a:srgbClr val="002060"/>
                </a:solidFill>
                <a:latin typeface="Helvetica Neue"/>
              </a:rPr>
              <a:t>Resuming from Checkpoint</a:t>
            </a:r>
          </a:p>
          <a:p>
            <a:pPr marL="228600" indent="0">
              <a:buNone/>
            </a:pPr>
            <a:r>
              <a:rPr lang="en-US" sz="1050" b="0" i="1" dirty="0">
                <a:solidFill>
                  <a:srgbClr val="1F3864"/>
                </a:solidFill>
                <a:latin typeface="Consolas"/>
              </a:rPr>
              <a:t>ckpt = torch.load('checkpoint_epoch005.pth', map_location=device)</a:t>
            </a:r>
          </a:p>
          <a:p>
            <a:pPr marL="228600" indent="0">
              <a:buNone/>
            </a:pPr>
            <a:r>
              <a:rPr lang="en-US" sz="1050" b="0" i="1" dirty="0">
                <a:solidFill>
                  <a:srgbClr val="1F3864"/>
                </a:solidFill>
                <a:latin typeface="Consolas"/>
              </a:rPr>
              <a:t>model.load_state_dict(ckpt['model'])</a:t>
            </a:r>
          </a:p>
          <a:p>
            <a:pPr marL="228600" indent="0">
              <a:buNone/>
            </a:pPr>
            <a:r>
              <a:rPr lang="en-US" sz="1050" b="0" i="1" dirty="0">
                <a:solidFill>
                  <a:srgbClr val="1F3864"/>
                </a:solidFill>
                <a:latin typeface="Consolas"/>
              </a:rPr>
              <a:t>optimizer.load_state_dict(ckpt['optimizer'])</a:t>
            </a:r>
          </a:p>
          <a:p>
            <a:pPr marL="228600" indent="0">
              <a:buNone/>
            </a:pPr>
            <a:r>
              <a:rPr lang="en-US" sz="1050" b="0" i="1" dirty="0">
                <a:solidFill>
                  <a:srgbClr val="1F3864"/>
                </a:solidFill>
                <a:latin typeface="Consolas"/>
              </a:rPr>
              <a:t>scheduler.load_state_dict(ckpt['scheduler'])</a:t>
            </a:r>
          </a:p>
          <a:p>
            <a:pPr marL="228600" indent="0">
              <a:buNone/>
            </a:pPr>
            <a:r>
              <a:rPr lang="en-US" sz="1050" b="0" i="1" dirty="0">
                <a:solidFill>
                  <a:srgbClr val="1F3864"/>
                </a:solidFill>
                <a:latin typeface="Consolas"/>
              </a:rPr>
              <a:t>start_epoch = ckpt['epoch'] + 1</a:t>
            </a:r>
          </a:p>
          <a:p>
            <a:pPr marL="0" indent="0">
              <a:buNone/>
            </a:pPr>
            <a:endParaRPr lang="en-US" sz="600" dirty="0"/>
          </a:p>
          <a:p>
            <a:pPr marL="0" indent="0">
              <a:buNone/>
            </a:pPr>
            <a:r>
              <a:rPr lang="en-US" sz="1400" b="1" dirty="0">
                <a:solidFill>
                  <a:srgbClr val="002060"/>
                </a:solidFill>
                <a:latin typeface="Helvetica Neue"/>
              </a:rPr>
              <a:t>Tracking Best Model</a:t>
            </a:r>
          </a:p>
          <a:p>
            <a:pPr marL="285750" indent="-285750">
              <a:buFont typeface="Arial"/>
              <a:buChar char="▸"/>
            </a:pPr>
            <a:r>
              <a:rPr lang="en-US" sz="1250" b="0" dirty="0">
                <a:solidFill>
                  <a:srgbClr val="000000"/>
                </a:solidFill>
                <a:latin typeface="Helvetica Neue"/>
              </a:rPr>
              <a:t>Save a separate checkpoint whenever validation loss improves</a:t>
            </a:r>
          </a:p>
          <a:p>
            <a:pPr marL="285750" indent="-285750">
              <a:buFont typeface="Arial"/>
              <a:buChar char="▸"/>
            </a:pPr>
            <a:r>
              <a:rPr lang="en-US" sz="1250" b="0" dirty="0">
                <a:solidFill>
                  <a:srgbClr val="000000"/>
                </a:solidFill>
                <a:latin typeface="Helvetica Neue"/>
              </a:rPr>
              <a:t>Load best checkpoint at the end of training for final evaluation and deployment</a:t>
            </a:r>
          </a:p>
          <a:p>
            <a:pPr marL="228600" indent="0">
              <a:buNone/>
            </a:pPr>
            <a:r>
              <a:rPr lang="en-US" sz="1050" b="0" i="1" dirty="0">
                <a:solidFill>
                  <a:srgbClr val="1F3864"/>
                </a:solidFill>
                <a:latin typeface="Consolas"/>
              </a:rPr>
              <a:t>if val_loss &lt; best_val_loss:</a:t>
            </a:r>
          </a:p>
          <a:p>
            <a:pPr marL="228600" indent="0">
              <a:buNone/>
            </a:pPr>
            <a:r>
              <a:rPr lang="en-US" sz="1050" b="0" i="1" dirty="0">
                <a:solidFill>
                  <a:srgbClr val="1F3864"/>
                </a:solidFill>
                <a:latin typeface="Consolas"/>
              </a:rPr>
              <a:t>    best_val_loss = val_loss</a:t>
            </a:r>
          </a:p>
          <a:p>
            <a:pPr marL="228600" indent="0">
              <a:buNone/>
            </a:pPr>
            <a:r>
              <a:rPr lang="en-US" sz="1050" b="0" i="1" dirty="0">
                <a:solidFill>
                  <a:srgbClr val="1F3864"/>
                </a:solidFill>
                <a:latin typeface="Consolas"/>
              </a:rPr>
              <a:t>    torch.save(model.state_dict(), 'best_model.pth')</a:t>
            </a:r>
          </a:p>
        </p:txBody>
      </p:sp>
      <p:sp>
        <p:nvSpPr>
          <p:cNvPr id="50" name="Ref"/>
          <p:cNvSpPr txBox="1"/>
          <p:nvPr/>
        </p:nvSpPr>
        <p:spPr>
          <a:xfrm>
            <a:off x="311700" y="4900000"/>
            <a:ext cx="8520600" cy="18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t" anchorCtr="0">
            <a:noAutofit/>
          </a:bodyPr>
          <a:lstStyle/>
          <a:p>
            <a:pPr marL="0" indent="0">
              <a:buNone/>
            </a:pPr>
            <a:r>
              <a:rPr lang="en-US" sz="900" i="1" dirty="0">
                <a:solidFill>
                  <a:srgbClr val="7F7F7F"/>
                </a:solidFill>
                <a:latin typeface="Helvetica Neue"/>
              </a:rPr>
              <a:t>Ref: PyTorch Checkpointing Tutorial; He et al., Deep Residual Learning for Image Recognition, CVPR 2016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G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1"/>
          <p:cNvSpPr/>
          <p:nvPr/>
        </p:nvSpPr>
        <p:spPr>
          <a:xfrm>
            <a:off x="0" y="0"/>
            <a:ext cx="9144000" cy="210172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rtlCol="0" anchor="ctr"/>
          <a:lstStyle/>
          <a:p>
            <a:endParaRPr lang="en-US" sz="1200" dirty="0"/>
          </a:p>
        </p:txBody>
      </p:sp>
      <p:sp>
        <p:nvSpPr>
          <p:cNvPr id="3" name="R2"/>
          <p:cNvSpPr/>
          <p:nvPr/>
        </p:nvSpPr>
        <p:spPr>
          <a:xfrm>
            <a:off x="0" y="5103529"/>
            <a:ext cx="9144000" cy="67092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rtlCol="0" anchor="ctr"/>
          <a:lstStyle/>
          <a:p>
            <a:endParaRPr lang="en-US" sz="500" dirty="0"/>
          </a:p>
        </p:txBody>
      </p:sp>
      <p:sp>
        <p:nvSpPr>
          <p:cNvPr id="100" name="Ttl"/>
          <p:cNvSpPr txBox="1">
            <a:spLocks noGrp="1"/>
          </p:cNvSpPr>
          <p:nvPr>
            <p:ph type="title"/>
          </p:nvPr>
        </p:nvSpPr>
        <p:spPr>
          <a:xfrm>
            <a:off x="311700" y="207100"/>
            <a:ext cx="8520600" cy="555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lvl="0" algn="l"/>
            <a:r>
              <a:rPr lang="en-US" b="1" dirty="0">
                <a:solidFill>
                  <a:schemeClr val="tx1"/>
                </a:solidFill>
              </a:rPr>
              <a:t>Segment 3 Summary: The Training Loop</a:t>
            </a:r>
          </a:p>
        </p:txBody>
      </p:sp>
      <p:sp>
        <p:nvSpPr>
          <p:cNvPr id="10" name="Body"/>
          <p:cNvSpPr txBox="1"/>
          <p:nvPr/>
        </p:nvSpPr>
        <p:spPr>
          <a:xfrm>
            <a:off x="311700" y="856537"/>
            <a:ext cx="8520600" cy="404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285750" indent="-285750">
              <a:buFont typeface="Arial"/>
              <a:buChar char="✓"/>
            </a:pPr>
            <a:r>
              <a:rPr lang="en-US" sz="1400" dirty="0">
                <a:solidFill>
                  <a:srgbClr val="000000"/>
                </a:solidFill>
                <a:latin typeface="Helvetica Neue"/>
              </a:rPr>
              <a:t>The six required training steps are: model.train() → zero_grad() → forward pass → loss computation → loss.backward() → optimizer.step(). Missing or reordering any step produces silently wrong results.</a:t>
            </a:r>
          </a:p>
          <a:p>
            <a:pPr marL="0" indent="0">
              <a:buNone/>
            </a:pPr>
            <a:endParaRPr lang="en-US" sz="600" dirty="0"/>
          </a:p>
          <a:p>
            <a:pPr marL="285750" indent="-285750">
              <a:buFont typeface="Arial"/>
              <a:buChar char="✓"/>
            </a:pPr>
            <a:r>
              <a:rPr lang="en-US" sz="1400" dirty="0">
                <a:solidFill>
                  <a:srgbClr val="000000"/>
                </a:solidFill>
                <a:latin typeface="Helvetica Neue"/>
              </a:rPr>
              <a:t>AdamW is the default optimiser for modern deep learning: it correctly decouples weight decay from the gradient update. Use lr=3e-4 and weight_decay=0.1 as starting points.</a:t>
            </a:r>
          </a:p>
          <a:p>
            <a:pPr marL="0" indent="0">
              <a:buNone/>
            </a:pPr>
            <a:endParaRPr lang="en-US" sz="600" dirty="0"/>
          </a:p>
          <a:p>
            <a:pPr marL="285750" indent="-285750">
              <a:buFont typeface="Arial"/>
              <a:buChar char="✓"/>
            </a:pPr>
            <a:r>
              <a:rPr lang="en-US" sz="1400" dirty="0">
                <a:solidFill>
                  <a:srgbClr val="000000"/>
                </a:solidFill>
                <a:latin typeface="Helvetica Neue"/>
              </a:rPr>
              <a:t>Match loss to task: CrossEntropyLoss for multi-class classification; BCEWithLogitsLoss for binary; MSELoss for regression; CrossEntropyLoss with ignore_index for language modelling.</a:t>
            </a:r>
          </a:p>
          <a:p>
            <a:pPr marL="0" indent="0">
              <a:buNone/>
            </a:pPr>
            <a:endParaRPr lang="en-US" sz="600" dirty="0"/>
          </a:p>
          <a:p>
            <a:pPr marL="285750" indent="-285750">
              <a:buFont typeface="Arial"/>
              <a:buChar char="✓"/>
            </a:pPr>
            <a:r>
              <a:rPr lang="en-US" sz="1400" dirty="0">
                <a:solidFill>
                  <a:srgbClr val="000000"/>
                </a:solidFill>
                <a:latin typeface="Helvetica Neue"/>
              </a:rPr>
              <a:t>The validation loop requires model.eval() and torch.no_grad() — without these, Dropout is active and gradients consume memory unnecessarily, giving wrong metrics.</a:t>
            </a:r>
          </a:p>
          <a:p>
            <a:pPr marL="0" indent="0">
              <a:buNone/>
            </a:pPr>
            <a:endParaRPr lang="en-US" sz="600" dirty="0"/>
          </a:p>
          <a:p>
            <a:pPr marL="285750" indent="-285750">
              <a:buFont typeface="Arial"/>
              <a:buChar char="✓"/>
            </a:pPr>
            <a:r>
              <a:rPr lang="en-US" sz="1400" dirty="0">
                <a:solidFill>
                  <a:srgbClr val="000000"/>
                </a:solidFill>
                <a:latin typeface="Helvetica Neue"/>
              </a:rPr>
              <a:t>Save a full checkpoint dictionary containing model, optimizer, scheduler, and scaler state — not just model weights — to enable exact training resumption after interruption.</a:t>
            </a:r>
          </a:p>
          <a:p>
            <a:pPr marL="0" indent="0">
              <a:buNone/>
            </a:pPr>
            <a:endParaRPr lang="en-US" sz="6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G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1"/>
          <p:cNvSpPr/>
          <p:nvPr/>
        </p:nvSpPr>
        <p:spPr>
          <a:xfrm>
            <a:off x="0" y="0"/>
            <a:ext cx="9144000" cy="210172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rtlCol="0" anchor="ctr"/>
          <a:lstStyle/>
          <a:p>
            <a:endParaRPr lang="en-US" sz="1200" dirty="0"/>
          </a:p>
        </p:txBody>
      </p:sp>
      <p:sp>
        <p:nvSpPr>
          <p:cNvPr id="3" name="R2"/>
          <p:cNvSpPr/>
          <p:nvPr/>
        </p:nvSpPr>
        <p:spPr>
          <a:xfrm>
            <a:off x="0" y="5103529"/>
            <a:ext cx="9144000" cy="67092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rtlCol="0" anchor="ctr"/>
          <a:lstStyle/>
          <a:p>
            <a:endParaRPr lang="en-US" sz="500" dirty="0"/>
          </a:p>
        </p:txBody>
      </p:sp>
      <p:sp>
        <p:nvSpPr>
          <p:cNvPr id="109" name="Ttl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 fontScale="9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100" b="1" dirty="0">
                <a:solidFill>
                  <a:schemeClr val="tx1"/>
                </a:solidFill>
              </a:rPr>
              <a:t>Segment 4: DataLoader — Feeding the Model Efficiently</a:t>
            </a:r>
          </a:p>
          <a:p>
            <a:pPr lvl="0"/>
            <a:r>
              <a:rPr lang="en-US" b="0" dirty="0">
                <a:solidFill>
                  <a:schemeClr val="tx1"/>
                </a:solidFill>
              </a:rPr>
              <a:t>The bridge between your data on disk and your model on GPU — and why getting this right matters as much as the model itself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G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1"/>
          <p:cNvSpPr/>
          <p:nvPr/>
        </p:nvSpPr>
        <p:spPr>
          <a:xfrm>
            <a:off x="0" y="0"/>
            <a:ext cx="9144000" cy="210172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rtlCol="0" anchor="ctr"/>
          <a:lstStyle/>
          <a:p>
            <a:endParaRPr lang="en-US" sz="1200" dirty="0"/>
          </a:p>
        </p:txBody>
      </p:sp>
      <p:sp>
        <p:nvSpPr>
          <p:cNvPr id="3" name="R2"/>
          <p:cNvSpPr/>
          <p:nvPr/>
        </p:nvSpPr>
        <p:spPr>
          <a:xfrm>
            <a:off x="0" y="5103529"/>
            <a:ext cx="9144000" cy="67092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rtlCol="0" anchor="ctr"/>
          <a:lstStyle/>
          <a:p>
            <a:endParaRPr lang="en-US" sz="500" dirty="0"/>
          </a:p>
        </p:txBody>
      </p:sp>
      <p:sp>
        <p:nvSpPr>
          <p:cNvPr id="100" name="Ttl"/>
          <p:cNvSpPr txBox="1">
            <a:spLocks noGrp="1"/>
          </p:cNvSpPr>
          <p:nvPr>
            <p:ph type="title"/>
          </p:nvPr>
        </p:nvSpPr>
        <p:spPr>
          <a:xfrm>
            <a:off x="311700" y="207100"/>
            <a:ext cx="8520600" cy="555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lvl="0" algn="l"/>
            <a:r>
              <a:rPr lang="en-US" b="1" dirty="0">
                <a:solidFill>
                  <a:schemeClr val="tx1"/>
                </a:solidFill>
              </a:rPr>
              <a:t>Learning Objectives — Segment 4</a:t>
            </a:r>
          </a:p>
        </p:txBody>
      </p:sp>
      <p:sp>
        <p:nvSpPr>
          <p:cNvPr id="202" name="N1"/>
          <p:cNvSpPr txBox="1"/>
          <p:nvPr/>
        </p:nvSpPr>
        <p:spPr>
          <a:xfrm>
            <a:off x="366025" y="1149552"/>
            <a:ext cx="371100" cy="35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b="1" dirty="0">
                <a:solidFill>
                  <a:srgbClr val="002060"/>
                </a:solidFill>
                <a:latin typeface="Helvetica Neue"/>
              </a:rPr>
              <a:t>01</a:t>
            </a:r>
          </a:p>
        </p:txBody>
      </p:sp>
      <p:sp>
        <p:nvSpPr>
          <p:cNvPr id="203" name="T1"/>
          <p:cNvSpPr txBox="1"/>
          <p:nvPr/>
        </p:nvSpPr>
        <p:spPr>
          <a:xfrm>
            <a:off x="824742" y="1149552"/>
            <a:ext cx="8000000" cy="35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lvl="0"/>
            <a:r>
              <a:rPr lang="en-US" sz="1500" dirty="0">
                <a:solidFill>
                  <a:schemeClr val="tx1"/>
                </a:solidFill>
                <a:latin typeface="Helvetica Neue"/>
              </a:rPr>
              <a:t>Write a custom torch.utils.data.Dataset for any file format by implementing __len__ and __getitem__</a:t>
            </a:r>
          </a:p>
        </p:txBody>
      </p:sp>
      <p:sp>
        <p:nvSpPr>
          <p:cNvPr id="204" name="N2"/>
          <p:cNvSpPr txBox="1"/>
          <p:nvPr/>
        </p:nvSpPr>
        <p:spPr>
          <a:xfrm>
            <a:off x="366025" y="1590779"/>
            <a:ext cx="371100" cy="35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b="1" dirty="0">
                <a:solidFill>
                  <a:srgbClr val="002060"/>
                </a:solidFill>
                <a:latin typeface="Helvetica Neue"/>
              </a:rPr>
              <a:t>02</a:t>
            </a:r>
          </a:p>
        </p:txBody>
      </p:sp>
      <p:sp>
        <p:nvSpPr>
          <p:cNvPr id="205" name="T2"/>
          <p:cNvSpPr txBox="1"/>
          <p:nvPr/>
        </p:nvSpPr>
        <p:spPr>
          <a:xfrm>
            <a:off x="824742" y="1590779"/>
            <a:ext cx="8000000" cy="35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lvl="0"/>
            <a:r>
              <a:rPr lang="en-US" sz="1500" dirty="0">
                <a:solidFill>
                  <a:schemeClr val="tx1"/>
                </a:solidFill>
                <a:latin typeface="Helvetica Neue"/>
              </a:rPr>
              <a:t>Configure DataLoader correctly: batch_size, shuffle, num_workers, pin_memory, drop_last</a:t>
            </a:r>
          </a:p>
        </p:txBody>
      </p:sp>
      <p:sp>
        <p:nvSpPr>
          <p:cNvPr id="206" name="N3"/>
          <p:cNvSpPr txBox="1"/>
          <p:nvPr/>
        </p:nvSpPr>
        <p:spPr>
          <a:xfrm>
            <a:off x="366025" y="2032006"/>
            <a:ext cx="371100" cy="35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b="1" dirty="0">
                <a:solidFill>
                  <a:srgbClr val="002060"/>
                </a:solidFill>
                <a:latin typeface="Helvetica Neue"/>
              </a:rPr>
              <a:t>03</a:t>
            </a:r>
          </a:p>
        </p:txBody>
      </p:sp>
      <p:sp>
        <p:nvSpPr>
          <p:cNvPr id="207" name="T3"/>
          <p:cNvSpPr txBox="1"/>
          <p:nvPr/>
        </p:nvSpPr>
        <p:spPr>
          <a:xfrm>
            <a:off x="824742" y="2032006"/>
            <a:ext cx="8000000" cy="35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lvl="0"/>
            <a:r>
              <a:rPr lang="en-US" sz="1500" dirty="0">
                <a:solidFill>
                  <a:schemeClr val="tx1"/>
                </a:solidFill>
                <a:latin typeface="Helvetica Neue"/>
              </a:rPr>
              <a:t>Apply torchvision transforms for image preprocessing: normalise, random crop, flip, colour jitter</a:t>
            </a:r>
          </a:p>
        </p:txBody>
      </p:sp>
      <p:sp>
        <p:nvSpPr>
          <p:cNvPr id="208" name="N4"/>
          <p:cNvSpPr txBox="1"/>
          <p:nvPr/>
        </p:nvSpPr>
        <p:spPr>
          <a:xfrm>
            <a:off x="366025" y="2473233"/>
            <a:ext cx="371100" cy="35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b="1" dirty="0">
                <a:solidFill>
                  <a:srgbClr val="002060"/>
                </a:solidFill>
                <a:latin typeface="Helvetica Neue"/>
              </a:rPr>
              <a:t>04</a:t>
            </a:r>
          </a:p>
        </p:txBody>
      </p:sp>
      <p:sp>
        <p:nvSpPr>
          <p:cNvPr id="209" name="T4"/>
          <p:cNvSpPr txBox="1"/>
          <p:nvPr/>
        </p:nvSpPr>
        <p:spPr>
          <a:xfrm>
            <a:off x="824742" y="2473233"/>
            <a:ext cx="8000000" cy="35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lvl="0"/>
            <a:r>
              <a:rPr lang="en-US" sz="1500" dirty="0">
                <a:solidFill>
                  <a:schemeClr val="tx1"/>
                </a:solidFill>
                <a:latin typeface="Helvetica Neue"/>
              </a:rPr>
              <a:t>Diagnose DataLoader bottlenecks using GPU utilisation and simple timing</a:t>
            </a:r>
          </a:p>
        </p:txBody>
      </p:sp>
      <p:sp>
        <p:nvSpPr>
          <p:cNvPr id="210" name="N5"/>
          <p:cNvSpPr txBox="1"/>
          <p:nvPr/>
        </p:nvSpPr>
        <p:spPr>
          <a:xfrm>
            <a:off x="366025" y="2914460"/>
            <a:ext cx="371100" cy="35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b="1" dirty="0">
                <a:solidFill>
                  <a:srgbClr val="002060"/>
                </a:solidFill>
                <a:latin typeface="Helvetica Neue"/>
              </a:rPr>
              <a:t>05</a:t>
            </a:r>
          </a:p>
        </p:txBody>
      </p:sp>
      <p:sp>
        <p:nvSpPr>
          <p:cNvPr id="211" name="T5"/>
          <p:cNvSpPr txBox="1"/>
          <p:nvPr/>
        </p:nvSpPr>
        <p:spPr>
          <a:xfrm>
            <a:off x="824742" y="2914460"/>
            <a:ext cx="8000000" cy="35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lvl="0"/>
            <a:r>
              <a:rPr lang="en-US" sz="1500" dirty="0">
                <a:solidFill>
                  <a:schemeClr val="tx1"/>
                </a:solidFill>
                <a:latin typeface="Helvetica Neue"/>
              </a:rPr>
              <a:t>Understand why the DataLoader can be the single biggest bottleneck in a training job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G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1"/>
          <p:cNvSpPr/>
          <p:nvPr/>
        </p:nvSpPr>
        <p:spPr>
          <a:xfrm>
            <a:off x="0" y="0"/>
            <a:ext cx="9144000" cy="210172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rtlCol="0" anchor="ctr"/>
          <a:lstStyle/>
          <a:p>
            <a:endParaRPr lang="en-US" sz="1200" dirty="0"/>
          </a:p>
        </p:txBody>
      </p:sp>
      <p:sp>
        <p:nvSpPr>
          <p:cNvPr id="3" name="R2"/>
          <p:cNvSpPr/>
          <p:nvPr/>
        </p:nvSpPr>
        <p:spPr>
          <a:xfrm>
            <a:off x="0" y="5103529"/>
            <a:ext cx="9144000" cy="67092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rtlCol="0" anchor="ctr"/>
          <a:lstStyle/>
          <a:p>
            <a:endParaRPr lang="en-US" sz="500" dirty="0"/>
          </a:p>
        </p:txBody>
      </p:sp>
      <p:sp>
        <p:nvSpPr>
          <p:cNvPr id="100" name="Ttl"/>
          <p:cNvSpPr txBox="1">
            <a:spLocks noGrp="1"/>
          </p:cNvSpPr>
          <p:nvPr>
            <p:ph type="title"/>
          </p:nvPr>
        </p:nvSpPr>
        <p:spPr>
          <a:xfrm>
            <a:off x="311700" y="207100"/>
            <a:ext cx="8520600" cy="555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 algn="l"/>
            <a:r>
              <a:rPr lang="en-US" sz="2000" b="1" dirty="0">
                <a:solidFill>
                  <a:schemeClr val="tx1"/>
                </a:solidFill>
              </a:rPr>
              <a:t>torch.utils.data.Dataset: Teaching PyTorch How to Read Your Data</a:t>
            </a:r>
          </a:p>
        </p:txBody>
      </p:sp>
      <p:sp>
        <p:nvSpPr>
          <p:cNvPr id="10" name="L"/>
          <p:cNvSpPr txBox="1"/>
          <p:nvPr/>
        </p:nvSpPr>
        <p:spPr>
          <a:xfrm>
            <a:off x="311700" y="656850"/>
            <a:ext cx="4180000" cy="4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77500" lnSpcReduction="20000"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002060"/>
                </a:solidFill>
                <a:latin typeface="Helvetica Neue"/>
              </a:rPr>
              <a:t>The Dataset Contract</a:t>
            </a:r>
          </a:p>
          <a:p>
            <a:pPr marL="285750" indent="-285750">
              <a:buFont typeface="Arial"/>
              <a:buChar char="▸"/>
            </a:pPr>
            <a:r>
              <a:rPr lang="en-US" sz="1250" b="0" dirty="0">
                <a:solidFill>
                  <a:srgbClr val="000000"/>
                </a:solidFill>
                <a:latin typeface="Helvetica Neue"/>
              </a:rPr>
              <a:t>Subclass torch.utils.data.Dataset and implement exactly two methods:</a:t>
            </a:r>
          </a:p>
          <a:p>
            <a:pPr marL="285750" indent="-285750">
              <a:buFont typeface="Arial"/>
              <a:buChar char="▸"/>
            </a:pPr>
            <a:r>
              <a:rPr lang="en-US" sz="1250" b="0" dirty="0">
                <a:solidFill>
                  <a:srgbClr val="000000"/>
                </a:solidFill>
                <a:latin typeface="Helvetica Neue"/>
              </a:rPr>
              <a:t>__len__(self): returns the total number of samples in the dataset</a:t>
            </a:r>
          </a:p>
          <a:p>
            <a:pPr marL="285750" indent="-285750">
              <a:buFont typeface="Arial"/>
              <a:buChar char="▸"/>
            </a:pPr>
            <a:r>
              <a:rPr lang="en-US" sz="1250" b="0" dirty="0">
                <a:solidFill>
                  <a:srgbClr val="000000"/>
                </a:solidFill>
                <a:latin typeface="Helvetica Neue"/>
              </a:rPr>
              <a:t>__getitem__(self, idx): returns one (input, label) pair for integer index idx</a:t>
            </a:r>
          </a:p>
          <a:p>
            <a:pPr marL="285750" indent="-285750">
              <a:buFont typeface="Arial"/>
              <a:buChar char="▸"/>
            </a:pPr>
            <a:r>
              <a:rPr lang="en-US" sz="1250" b="0" dirty="0">
                <a:solidFill>
                  <a:srgbClr val="000000"/>
                </a:solidFill>
                <a:latin typeface="Helvetica Neue"/>
              </a:rPr>
              <a:t>PyTorch's DataLoader calls these methods automatically — you never call them directly</a:t>
            </a:r>
          </a:p>
          <a:p>
            <a:pPr marL="0" indent="0">
              <a:buNone/>
            </a:pPr>
            <a:endParaRPr lang="en-US" sz="600" dirty="0"/>
          </a:p>
          <a:p>
            <a:pPr marL="0" indent="0">
              <a:buNone/>
            </a:pPr>
            <a:r>
              <a:rPr lang="en-US" sz="1400" b="1" dirty="0">
                <a:solidFill>
                  <a:srgbClr val="002060"/>
                </a:solidFill>
                <a:latin typeface="Helvetica Neue"/>
              </a:rPr>
              <a:t>Minimal Dataset: Image Classification</a:t>
            </a:r>
          </a:p>
          <a:p>
            <a:pPr marL="228600" indent="0">
              <a:buNone/>
            </a:pPr>
            <a:r>
              <a:rPr lang="en-US" sz="1050" b="0" i="1" dirty="0">
                <a:solidFill>
                  <a:srgbClr val="1F3864"/>
                </a:solidFill>
                <a:latin typeface="Consolas"/>
              </a:rPr>
              <a:t>from PIL import Image</a:t>
            </a:r>
          </a:p>
          <a:p>
            <a:pPr marL="228600" indent="0">
              <a:buNone/>
            </a:pPr>
            <a:r>
              <a:rPr lang="en-US" sz="1050" b="0" i="1" dirty="0">
                <a:solidFill>
                  <a:srgbClr val="1F3864"/>
                </a:solidFill>
                <a:latin typeface="Consolas"/>
              </a:rPr>
              <a:t>import torch</a:t>
            </a:r>
          </a:p>
          <a:p>
            <a:pPr marL="228600" indent="0">
              <a:buNone/>
            </a:pPr>
            <a:r>
              <a:rPr lang="en-US" sz="1050" b="0" i="1" dirty="0">
                <a:solidFill>
                  <a:srgbClr val="1F3864"/>
                </a:solidFill>
                <a:latin typeface="Consolas"/>
              </a:rPr>
              <a:t>from torch.utils.data import Dataset</a:t>
            </a:r>
          </a:p>
          <a:p>
            <a:pPr marL="228600" indent="0">
              <a:buNone/>
            </a:pPr>
            <a:endParaRPr lang="en-US" sz="1050" b="0" i="1" dirty="0">
              <a:solidFill>
                <a:srgbClr val="1F3864"/>
              </a:solidFill>
              <a:latin typeface="Consolas"/>
            </a:endParaRPr>
          </a:p>
          <a:p>
            <a:pPr marL="228600" indent="0">
              <a:buNone/>
            </a:pPr>
            <a:r>
              <a:rPr lang="en-US" sz="1050" b="0" i="1" dirty="0">
                <a:solidFill>
                  <a:srgbClr val="1F3864"/>
                </a:solidFill>
                <a:latin typeface="Consolas"/>
              </a:rPr>
              <a:t>class ImageDataset(Dataset):</a:t>
            </a:r>
          </a:p>
          <a:p>
            <a:pPr marL="228600" indent="0">
              <a:buNone/>
            </a:pPr>
            <a:r>
              <a:rPr lang="en-US" sz="1050" b="0" i="1" dirty="0">
                <a:solidFill>
                  <a:srgbClr val="1F3864"/>
                </a:solidFill>
                <a:latin typeface="Consolas"/>
              </a:rPr>
              <a:t>    def __init__(self, image_paths, labels, transform=None):</a:t>
            </a:r>
          </a:p>
          <a:p>
            <a:pPr marL="228600" indent="0">
              <a:buNone/>
            </a:pPr>
            <a:r>
              <a:rPr lang="en-US" sz="1050" b="0" i="1" dirty="0">
                <a:solidFill>
                  <a:srgbClr val="1F3864"/>
                </a:solidFill>
                <a:latin typeface="Consolas"/>
              </a:rPr>
              <a:t>        self.paths     = image_paths   # list of file paths</a:t>
            </a:r>
          </a:p>
          <a:p>
            <a:pPr marL="228600" indent="0">
              <a:buNone/>
            </a:pPr>
            <a:r>
              <a:rPr lang="en-US" sz="1050" b="0" i="1" dirty="0">
                <a:solidFill>
                  <a:srgbClr val="1F3864"/>
                </a:solidFill>
                <a:latin typeface="Consolas"/>
              </a:rPr>
              <a:t>        self.labels    = labels        # list of integer class IDs</a:t>
            </a:r>
          </a:p>
          <a:p>
            <a:pPr marL="228600" indent="0">
              <a:buNone/>
            </a:pPr>
            <a:r>
              <a:rPr lang="en-US" sz="1050" b="0" i="1" dirty="0">
                <a:solidFill>
                  <a:srgbClr val="1F3864"/>
                </a:solidFill>
                <a:latin typeface="Consolas"/>
              </a:rPr>
              <a:t>        self.transform = transform     # torchvision transforms</a:t>
            </a:r>
          </a:p>
          <a:p>
            <a:pPr marL="228600" indent="0">
              <a:buNone/>
            </a:pPr>
            <a:endParaRPr lang="en-US" sz="1050" b="0" i="1" dirty="0">
              <a:solidFill>
                <a:srgbClr val="1F3864"/>
              </a:solidFill>
              <a:latin typeface="Consolas"/>
            </a:endParaRPr>
          </a:p>
          <a:p>
            <a:pPr marL="228600" indent="0">
              <a:buNone/>
            </a:pPr>
            <a:r>
              <a:rPr lang="en-US" sz="1050" b="0" i="1" dirty="0">
                <a:solidFill>
                  <a:srgbClr val="1F3864"/>
                </a:solidFill>
                <a:latin typeface="Consolas"/>
              </a:rPr>
              <a:t>    def __len__(self):</a:t>
            </a:r>
          </a:p>
          <a:p>
            <a:pPr marL="228600" indent="0">
              <a:buNone/>
            </a:pPr>
            <a:r>
              <a:rPr lang="en-US" sz="1050" b="0" i="1" dirty="0">
                <a:solidFill>
                  <a:srgbClr val="1F3864"/>
                </a:solidFill>
                <a:latin typeface="Consolas"/>
              </a:rPr>
              <a:t>        return len(self.paths)</a:t>
            </a:r>
          </a:p>
          <a:p>
            <a:pPr marL="228600" indent="0">
              <a:buNone/>
            </a:pPr>
            <a:endParaRPr lang="en-US" sz="1050" b="0" i="1" dirty="0">
              <a:solidFill>
                <a:srgbClr val="1F3864"/>
              </a:solidFill>
              <a:latin typeface="Consolas"/>
            </a:endParaRPr>
          </a:p>
          <a:p>
            <a:pPr marL="228600" indent="0">
              <a:buNone/>
            </a:pPr>
            <a:r>
              <a:rPr lang="en-US" sz="1050" b="0" i="1" dirty="0">
                <a:solidFill>
                  <a:srgbClr val="1F3864"/>
                </a:solidFill>
                <a:latin typeface="Consolas"/>
              </a:rPr>
              <a:t>    def __getitem__(self, idx):</a:t>
            </a:r>
          </a:p>
          <a:p>
            <a:pPr marL="228600" indent="0">
              <a:buNone/>
            </a:pPr>
            <a:r>
              <a:rPr lang="en-US" sz="1050" b="0" i="1" dirty="0">
                <a:solidFill>
                  <a:srgbClr val="1F3864"/>
                </a:solidFill>
                <a:latin typeface="Consolas"/>
              </a:rPr>
              <a:t>        img   = Image.open(self.paths[idx]).convert('RGB')</a:t>
            </a:r>
          </a:p>
          <a:p>
            <a:pPr marL="228600" indent="0">
              <a:buNone/>
            </a:pPr>
            <a:r>
              <a:rPr lang="en-US" sz="1050" b="0" i="1" dirty="0">
                <a:solidFill>
                  <a:srgbClr val="1F3864"/>
                </a:solidFill>
                <a:latin typeface="Consolas"/>
              </a:rPr>
              <a:t>        label = self.labels[idx]</a:t>
            </a:r>
          </a:p>
          <a:p>
            <a:pPr marL="228600" indent="0">
              <a:buNone/>
            </a:pPr>
            <a:r>
              <a:rPr lang="en-US" sz="1050" b="0" i="1" dirty="0">
                <a:solidFill>
                  <a:srgbClr val="1F3864"/>
                </a:solidFill>
                <a:latin typeface="Consolas"/>
              </a:rPr>
              <a:t>        if self.transform:</a:t>
            </a:r>
          </a:p>
          <a:p>
            <a:pPr marL="228600" indent="0">
              <a:buNone/>
            </a:pPr>
            <a:r>
              <a:rPr lang="en-US" sz="1050" b="0" i="1" dirty="0">
                <a:solidFill>
                  <a:srgbClr val="1F3864"/>
                </a:solidFill>
                <a:latin typeface="Consolas"/>
              </a:rPr>
              <a:t>            img = self.transform(img)  # returns tensor</a:t>
            </a:r>
          </a:p>
          <a:p>
            <a:pPr marL="228600" indent="0">
              <a:buNone/>
            </a:pPr>
            <a:r>
              <a:rPr lang="en-US" sz="1050" b="0" i="1" dirty="0">
                <a:solidFill>
                  <a:srgbClr val="1F3864"/>
                </a:solidFill>
                <a:latin typeface="Consolas"/>
              </a:rPr>
              <a:t>        return img, torch.tensor(label, dtype=torch.long)</a:t>
            </a:r>
          </a:p>
        </p:txBody>
      </p:sp>
      <p:sp>
        <p:nvSpPr>
          <p:cNvPr id="11" name="R"/>
          <p:cNvSpPr txBox="1"/>
          <p:nvPr/>
        </p:nvSpPr>
        <p:spPr>
          <a:xfrm>
            <a:off x="4651700" y="642475"/>
            <a:ext cx="4180600" cy="4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85000" lnSpcReduction="10000"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002060"/>
                </a:solidFill>
                <a:latin typeface="Helvetica Neue"/>
              </a:rPr>
              <a:t>Dataset for NLP (tokenised text)</a:t>
            </a:r>
          </a:p>
          <a:p>
            <a:pPr marL="228600" indent="0">
              <a:buNone/>
            </a:pPr>
            <a:r>
              <a:rPr lang="en-US" sz="1050" b="0" i="1" dirty="0">
                <a:solidFill>
                  <a:srgbClr val="1F3864"/>
                </a:solidFill>
                <a:latin typeface="Consolas"/>
              </a:rPr>
              <a:t>class TextDataset(Dataset):</a:t>
            </a:r>
          </a:p>
          <a:p>
            <a:pPr marL="228600" indent="0">
              <a:buNone/>
            </a:pPr>
            <a:r>
              <a:rPr lang="en-US" sz="1050" b="0" i="1" dirty="0">
                <a:solidFill>
                  <a:srgbClr val="1F3864"/>
                </a:solidFill>
                <a:latin typeface="Consolas"/>
              </a:rPr>
              <a:t>    def __init__(self, texts, labels, tokenizer, max_len=128):</a:t>
            </a:r>
          </a:p>
          <a:p>
            <a:pPr marL="228600" indent="0">
              <a:buNone/>
            </a:pPr>
            <a:r>
              <a:rPr lang="en-US" sz="1050" b="0" i="1" dirty="0">
                <a:solidFill>
                  <a:srgbClr val="1F3864"/>
                </a:solidFill>
                <a:latin typeface="Consolas"/>
              </a:rPr>
              <a:t>        self.encodings = tokenizer(</a:t>
            </a:r>
          </a:p>
          <a:p>
            <a:pPr marL="228600" indent="0">
              <a:buNone/>
            </a:pPr>
            <a:r>
              <a:rPr lang="en-US" sz="1050" b="0" i="1" dirty="0">
                <a:solidFill>
                  <a:srgbClr val="1F3864"/>
                </a:solidFill>
                <a:latin typeface="Consolas"/>
              </a:rPr>
              <a:t>            texts,</a:t>
            </a:r>
          </a:p>
          <a:p>
            <a:pPr marL="228600" indent="0">
              <a:buNone/>
            </a:pPr>
            <a:r>
              <a:rPr lang="en-US" sz="1050" b="0" i="1" dirty="0">
                <a:solidFill>
                  <a:srgbClr val="1F3864"/>
                </a:solidFill>
                <a:latin typeface="Consolas"/>
              </a:rPr>
              <a:t>            truncation=True,</a:t>
            </a:r>
          </a:p>
          <a:p>
            <a:pPr marL="228600" indent="0">
              <a:buNone/>
            </a:pPr>
            <a:r>
              <a:rPr lang="en-US" sz="1050" b="0" i="1" dirty="0">
                <a:solidFill>
                  <a:srgbClr val="1F3864"/>
                </a:solidFill>
                <a:latin typeface="Consolas"/>
              </a:rPr>
              <a:t>            padding='max_length',</a:t>
            </a:r>
          </a:p>
          <a:p>
            <a:pPr marL="228600" indent="0">
              <a:buNone/>
            </a:pPr>
            <a:r>
              <a:rPr lang="en-US" sz="1050" b="0" i="1" dirty="0">
                <a:solidFill>
                  <a:srgbClr val="1F3864"/>
                </a:solidFill>
                <a:latin typeface="Consolas"/>
              </a:rPr>
              <a:t>            max_length=max_len,</a:t>
            </a:r>
          </a:p>
          <a:p>
            <a:pPr marL="228600" indent="0">
              <a:buNone/>
            </a:pPr>
            <a:r>
              <a:rPr lang="en-US" sz="1050" b="0" i="1" dirty="0">
                <a:solidFill>
                  <a:srgbClr val="1F3864"/>
                </a:solidFill>
                <a:latin typeface="Consolas"/>
              </a:rPr>
              <a:t>            return_tensors='pt',</a:t>
            </a:r>
          </a:p>
          <a:p>
            <a:pPr marL="228600" indent="0">
              <a:buNone/>
            </a:pPr>
            <a:r>
              <a:rPr lang="en-US" sz="1050" b="0" i="1" dirty="0">
                <a:solidFill>
                  <a:srgbClr val="1F3864"/>
                </a:solidFill>
                <a:latin typeface="Consolas"/>
              </a:rPr>
              <a:t>        )</a:t>
            </a:r>
          </a:p>
          <a:p>
            <a:pPr marL="228600" indent="0">
              <a:buNone/>
            </a:pPr>
            <a:r>
              <a:rPr lang="en-US" sz="1050" b="0" i="1" dirty="0">
                <a:solidFill>
                  <a:srgbClr val="1F3864"/>
                </a:solidFill>
                <a:latin typeface="Consolas"/>
              </a:rPr>
              <a:t>        self.labels = torch.tensor(labels)</a:t>
            </a:r>
          </a:p>
          <a:p>
            <a:pPr marL="228600" indent="0">
              <a:buNone/>
            </a:pPr>
            <a:endParaRPr lang="en-US" sz="1050" b="0" i="1" dirty="0">
              <a:solidFill>
                <a:srgbClr val="1F3864"/>
              </a:solidFill>
              <a:latin typeface="Consolas"/>
            </a:endParaRPr>
          </a:p>
          <a:p>
            <a:pPr marL="228600" indent="0">
              <a:buNone/>
            </a:pPr>
            <a:r>
              <a:rPr lang="en-US" sz="1050" b="0" i="1" dirty="0">
                <a:solidFill>
                  <a:srgbClr val="1F3864"/>
                </a:solidFill>
                <a:latin typeface="Consolas"/>
              </a:rPr>
              <a:t>    def __len__(self):</a:t>
            </a:r>
          </a:p>
          <a:p>
            <a:pPr marL="228600" indent="0">
              <a:buNone/>
            </a:pPr>
            <a:r>
              <a:rPr lang="en-US" sz="1050" b="0" i="1" dirty="0">
                <a:solidFill>
                  <a:srgbClr val="1F3864"/>
                </a:solidFill>
                <a:latin typeface="Consolas"/>
              </a:rPr>
              <a:t>        return len(self.labels)</a:t>
            </a:r>
          </a:p>
          <a:p>
            <a:pPr marL="228600" indent="0">
              <a:buNone/>
            </a:pPr>
            <a:endParaRPr lang="en-US" sz="1050" b="0" i="1" dirty="0">
              <a:solidFill>
                <a:srgbClr val="1F3864"/>
              </a:solidFill>
              <a:latin typeface="Consolas"/>
            </a:endParaRPr>
          </a:p>
          <a:p>
            <a:pPr marL="228600" indent="0">
              <a:buNone/>
            </a:pPr>
            <a:r>
              <a:rPr lang="en-US" sz="1050" b="0" i="1" dirty="0">
                <a:solidFill>
                  <a:srgbClr val="1F3864"/>
                </a:solidFill>
                <a:latin typeface="Consolas"/>
              </a:rPr>
              <a:t>    def __getitem__(self, idx):</a:t>
            </a:r>
          </a:p>
          <a:p>
            <a:pPr marL="228600" indent="0">
              <a:buNone/>
            </a:pPr>
            <a:r>
              <a:rPr lang="en-US" sz="1050" b="0" i="1" dirty="0">
                <a:solidFill>
                  <a:srgbClr val="1F3864"/>
                </a:solidFill>
                <a:latin typeface="Consolas"/>
              </a:rPr>
              <a:t>        item = {k: v[idx] for k,v in self.encodings.items()}</a:t>
            </a:r>
          </a:p>
          <a:p>
            <a:pPr marL="228600" indent="0">
              <a:buNone/>
            </a:pPr>
            <a:r>
              <a:rPr lang="en-US" sz="1050" b="0" i="1" dirty="0">
                <a:solidFill>
                  <a:srgbClr val="1F3864"/>
                </a:solidFill>
                <a:latin typeface="Consolas"/>
              </a:rPr>
              <a:t>        item['labels'] = self.labels[idx]</a:t>
            </a:r>
          </a:p>
          <a:p>
            <a:pPr marL="228600" indent="0">
              <a:buNone/>
            </a:pPr>
            <a:r>
              <a:rPr lang="en-US" sz="1050" b="0" i="1" dirty="0">
                <a:solidFill>
                  <a:srgbClr val="1F3864"/>
                </a:solidFill>
                <a:latin typeface="Consolas"/>
              </a:rPr>
              <a:t>        return item</a:t>
            </a:r>
          </a:p>
          <a:p>
            <a:pPr marL="0" indent="0">
              <a:buNone/>
            </a:pPr>
            <a:endParaRPr lang="en-US" sz="600" dirty="0"/>
          </a:p>
          <a:p>
            <a:pPr marL="0" indent="0">
              <a:buNone/>
            </a:pPr>
            <a:r>
              <a:rPr lang="en-US" sz="1400" b="1" dirty="0">
                <a:solidFill>
                  <a:srgbClr val="002060"/>
                </a:solidFill>
                <a:latin typeface="Helvetica Neue"/>
              </a:rPr>
              <a:t>Using torchvision.datasets for Common Benchmarks</a:t>
            </a:r>
          </a:p>
          <a:p>
            <a:pPr marL="228600" indent="0">
              <a:buNone/>
            </a:pPr>
            <a:r>
              <a:rPr lang="en-US" sz="1050" b="0" i="1" dirty="0">
                <a:solidFill>
                  <a:srgbClr val="1F3864"/>
                </a:solidFill>
                <a:latin typeface="Consolas"/>
              </a:rPr>
              <a:t>from torchvision import datasets</a:t>
            </a:r>
          </a:p>
          <a:p>
            <a:pPr marL="228600" indent="0">
              <a:buNone/>
            </a:pPr>
            <a:r>
              <a:rPr lang="en-US" sz="1050" b="0" i="1" dirty="0">
                <a:solidFill>
                  <a:srgbClr val="1F3864"/>
                </a:solidFill>
                <a:latin typeface="Consolas"/>
              </a:rPr>
              <a:t>train = datasets.CIFAR10(root='data', train=True,</a:t>
            </a:r>
          </a:p>
          <a:p>
            <a:pPr marL="228600" indent="0">
              <a:buNone/>
            </a:pPr>
            <a:r>
              <a:rPr lang="en-US" sz="1050" b="0" i="1" dirty="0">
                <a:solidFill>
                  <a:srgbClr val="1F3864"/>
                </a:solidFill>
                <a:latin typeface="Consolas"/>
              </a:rPr>
              <a:t>        download=True, transform=transform)</a:t>
            </a:r>
          </a:p>
          <a:p>
            <a:pPr marL="228600" indent="0">
              <a:buNone/>
            </a:pPr>
            <a:r>
              <a:rPr lang="en-US" sz="1050" b="0" i="1" dirty="0">
                <a:solidFill>
                  <a:srgbClr val="1F3864"/>
                </a:solidFill>
                <a:latin typeface="Consolas"/>
              </a:rPr>
              <a:t>test  = datasets.CIFAR10(root='data', train=False,</a:t>
            </a:r>
          </a:p>
          <a:p>
            <a:pPr marL="228600" indent="0">
              <a:buNone/>
            </a:pPr>
            <a:r>
              <a:rPr lang="en-US" sz="1050" b="0" i="1" dirty="0">
                <a:solidFill>
                  <a:srgbClr val="1F3864"/>
                </a:solidFill>
                <a:latin typeface="Consolas"/>
              </a:rPr>
              <a:t>        download=True, transform=test_transform)</a:t>
            </a:r>
          </a:p>
          <a:p>
            <a:pPr marL="285750" indent="-285750">
              <a:buFont typeface="Arial"/>
              <a:buChar char="▸"/>
            </a:pPr>
            <a:r>
              <a:rPr lang="en-US" sz="1250" b="0" dirty="0">
                <a:solidFill>
                  <a:srgbClr val="000000"/>
                </a:solidFill>
                <a:latin typeface="Helvetica Neue"/>
              </a:rPr>
              <a:t>Also available: MNIST, ImageNet, COCO, STL10, CelebA, etc.</a:t>
            </a:r>
          </a:p>
        </p:txBody>
      </p:sp>
      <p:sp>
        <p:nvSpPr>
          <p:cNvPr id="50" name="Ref"/>
          <p:cNvSpPr txBox="1"/>
          <p:nvPr/>
        </p:nvSpPr>
        <p:spPr>
          <a:xfrm>
            <a:off x="311700" y="4900000"/>
            <a:ext cx="8520600" cy="18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t" anchorCtr="0">
            <a:noAutofit/>
          </a:bodyPr>
          <a:lstStyle/>
          <a:p>
            <a:pPr marL="0" indent="0">
              <a:buNone/>
            </a:pPr>
            <a:r>
              <a:rPr lang="en-US" sz="900" i="1" dirty="0">
                <a:solidFill>
                  <a:srgbClr val="7F7F7F"/>
                </a:solidFill>
                <a:latin typeface="Helvetica Neue"/>
              </a:rPr>
              <a:t>Ref: PyTorch Dataset and DataLoader Tutorial (pytorch.org/tutorials/beginner/data_loading_tutorial.html)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G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1"/>
          <p:cNvSpPr/>
          <p:nvPr/>
        </p:nvSpPr>
        <p:spPr>
          <a:xfrm>
            <a:off x="0" y="0"/>
            <a:ext cx="9144000" cy="210172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rtlCol="0" anchor="ctr"/>
          <a:lstStyle/>
          <a:p>
            <a:endParaRPr lang="en-US" sz="1200" dirty="0"/>
          </a:p>
        </p:txBody>
      </p:sp>
      <p:sp>
        <p:nvSpPr>
          <p:cNvPr id="3" name="R2"/>
          <p:cNvSpPr/>
          <p:nvPr/>
        </p:nvSpPr>
        <p:spPr>
          <a:xfrm>
            <a:off x="0" y="5103529"/>
            <a:ext cx="9144000" cy="67092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rtlCol="0" anchor="ctr"/>
          <a:lstStyle/>
          <a:p>
            <a:endParaRPr lang="en-US" sz="500" dirty="0"/>
          </a:p>
        </p:txBody>
      </p:sp>
      <p:sp>
        <p:nvSpPr>
          <p:cNvPr id="100" name="Ttl"/>
          <p:cNvSpPr txBox="1">
            <a:spLocks noGrp="1"/>
          </p:cNvSpPr>
          <p:nvPr>
            <p:ph type="title"/>
          </p:nvPr>
        </p:nvSpPr>
        <p:spPr>
          <a:xfrm>
            <a:off x="311700" y="207100"/>
            <a:ext cx="8520600" cy="555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lvl="0" algn="l"/>
            <a:r>
              <a:rPr lang="en-US" b="1" dirty="0">
                <a:solidFill>
                  <a:schemeClr val="tx1"/>
                </a:solidFill>
              </a:rPr>
              <a:t>DataLoader: The Engine That Feeds Your GPU</a:t>
            </a:r>
          </a:p>
        </p:txBody>
      </p:sp>
      <p:sp>
        <p:nvSpPr>
          <p:cNvPr id="10" name="Body"/>
          <p:cNvSpPr txBox="1"/>
          <p:nvPr/>
        </p:nvSpPr>
        <p:spPr>
          <a:xfrm>
            <a:off x="311700" y="709436"/>
            <a:ext cx="8520600" cy="404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77500" lnSpcReduction="20000"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002060"/>
                </a:solidFill>
                <a:latin typeface="Helvetica Neue"/>
              </a:rPr>
              <a:t>DataLoader Constructor — Every Parameter Explained</a:t>
            </a:r>
          </a:p>
          <a:p>
            <a:pPr marL="228600" indent="0">
              <a:buNone/>
            </a:pPr>
            <a:r>
              <a:rPr lang="en-US" sz="1050" b="0" i="1" dirty="0">
                <a:solidFill>
                  <a:srgbClr val="1F3864"/>
                </a:solidFill>
                <a:latin typeface="Consolas"/>
              </a:rPr>
              <a:t>from torch.utils.data import DataLoader</a:t>
            </a:r>
          </a:p>
          <a:p>
            <a:pPr marL="228600" indent="0">
              <a:buNone/>
            </a:pPr>
            <a:endParaRPr lang="en-US" sz="1050" b="0" i="1" dirty="0">
              <a:solidFill>
                <a:srgbClr val="1F3864"/>
              </a:solidFill>
              <a:latin typeface="Consolas"/>
            </a:endParaRPr>
          </a:p>
          <a:p>
            <a:pPr marL="228600" indent="0">
              <a:buNone/>
            </a:pPr>
            <a:r>
              <a:rPr lang="en-US" sz="1050" b="0" i="1" dirty="0">
                <a:solidFill>
                  <a:srgbClr val="1F3864"/>
                </a:solidFill>
                <a:latin typeface="Consolas"/>
              </a:rPr>
              <a:t>loader = DataLoader(</a:t>
            </a:r>
          </a:p>
          <a:p>
            <a:pPr marL="228600" indent="0">
              <a:buNone/>
            </a:pPr>
            <a:r>
              <a:rPr lang="en-US" sz="1050" b="0" i="1" dirty="0">
                <a:solidFill>
                  <a:srgbClr val="1F3864"/>
                </a:solidFill>
                <a:latin typeface="Consolas"/>
              </a:rPr>
              <a:t>    dataset,                    # your Dataset object</a:t>
            </a:r>
          </a:p>
          <a:p>
            <a:pPr marL="228600" indent="0">
              <a:buNone/>
            </a:pPr>
            <a:r>
              <a:rPr lang="en-US" sz="1050" b="0" i="1" dirty="0">
                <a:solidFill>
                  <a:srgbClr val="1F3864"/>
                </a:solidFill>
                <a:latin typeface="Consolas"/>
              </a:rPr>
              <a:t>    batch_size=32,              # samples per batch</a:t>
            </a:r>
          </a:p>
          <a:p>
            <a:pPr marL="228600" indent="0">
              <a:buNone/>
            </a:pPr>
            <a:r>
              <a:rPr lang="en-US" sz="1050" b="0" i="1" dirty="0">
                <a:solidFill>
                  <a:srgbClr val="1F3864"/>
                </a:solidFill>
                <a:latin typeface="Consolas"/>
              </a:rPr>
              <a:t>    shuffle=True,               # randomise order every epoch (training only)</a:t>
            </a:r>
          </a:p>
          <a:p>
            <a:pPr marL="228600" indent="0">
              <a:buNone/>
            </a:pPr>
            <a:r>
              <a:rPr lang="en-US" sz="1050" b="0" i="1" dirty="0">
                <a:solidFill>
                  <a:srgbClr val="1F3864"/>
                </a:solidFill>
                <a:latin typeface="Consolas"/>
              </a:rPr>
              <a:t>    num_workers=4,              # parallel worker processes for __getitem__</a:t>
            </a:r>
          </a:p>
          <a:p>
            <a:pPr marL="228600" indent="0">
              <a:buNone/>
            </a:pPr>
            <a:r>
              <a:rPr lang="en-US" sz="1050" b="0" i="1" dirty="0">
                <a:solidFill>
                  <a:srgbClr val="1F3864"/>
                </a:solidFill>
                <a:latin typeface="Consolas"/>
              </a:rPr>
              <a:t>    pin_memory=True,            # page-lock CPU memory for faster GPU transfer</a:t>
            </a:r>
          </a:p>
          <a:p>
            <a:pPr marL="228600" indent="0">
              <a:buNone/>
            </a:pPr>
            <a:r>
              <a:rPr lang="en-US" sz="1050" b="0" i="1" dirty="0">
                <a:solidFill>
                  <a:srgbClr val="1F3864"/>
                </a:solidFill>
                <a:latin typeface="Consolas"/>
              </a:rPr>
              <a:t>    drop_last=True,             # discard final batch if smaller than batch_size</a:t>
            </a:r>
          </a:p>
          <a:p>
            <a:pPr marL="228600" indent="0">
              <a:buNone/>
            </a:pPr>
            <a:r>
              <a:rPr lang="en-US" sz="1050" b="0" i="1" dirty="0">
                <a:solidFill>
                  <a:srgbClr val="1F3864"/>
                </a:solidFill>
                <a:latin typeface="Consolas"/>
              </a:rPr>
              <a:t>    persistent_workers=True,    # keep workers alive between epochs</a:t>
            </a:r>
          </a:p>
          <a:p>
            <a:pPr marL="228600" indent="0">
              <a:buNone/>
            </a:pPr>
            <a:r>
              <a:rPr lang="en-US" sz="1050" b="0" i="1" dirty="0">
                <a:solidFill>
                  <a:srgbClr val="1F3864"/>
                </a:solidFill>
                <a:latin typeface="Consolas"/>
              </a:rPr>
              <a:t>    prefetch_factor=2,          # batches to pre-load per worker</a:t>
            </a:r>
          </a:p>
          <a:p>
            <a:pPr marL="228600" indent="0">
              <a:buNone/>
            </a:pPr>
            <a:r>
              <a:rPr lang="en-US" sz="1050" b="0" i="1" dirty="0">
                <a:solidFill>
                  <a:srgbClr val="1F3864"/>
                </a:solidFill>
                <a:latin typeface="Consolas"/>
              </a:rPr>
              <a:t>)</a:t>
            </a:r>
          </a:p>
          <a:p>
            <a:pPr marL="0" indent="0">
              <a:buNone/>
            </a:pPr>
            <a:endParaRPr lang="en-US" sz="600" dirty="0"/>
          </a:p>
          <a:p>
            <a:pPr marL="0" indent="0">
              <a:buNone/>
            </a:pPr>
            <a:r>
              <a:rPr lang="en-US" sz="1400" b="1" dirty="0">
                <a:solidFill>
                  <a:srgbClr val="002060"/>
                </a:solidFill>
                <a:latin typeface="Helvetica Neue"/>
              </a:rPr>
              <a:t>Critical Settings You Must Get Right</a:t>
            </a:r>
          </a:p>
          <a:p>
            <a:pPr marL="285750" indent="-285750">
              <a:buFont typeface="Arial"/>
              <a:buChar char="▸"/>
            </a:pPr>
            <a:r>
              <a:rPr lang="en-US" sz="1250" b="0" dirty="0">
                <a:solidFill>
                  <a:srgbClr val="000000"/>
                </a:solidFill>
                <a:latin typeface="Helvetica Neue"/>
              </a:rPr>
              <a:t>shuffle=True for training; shuffle=False for validation (order matters for reproducibility)</a:t>
            </a:r>
          </a:p>
          <a:p>
            <a:pPr marL="285750" indent="-285750">
              <a:buFont typeface="Arial"/>
              <a:buChar char="▸"/>
            </a:pPr>
            <a:r>
              <a:rPr lang="en-US" sz="1250" b="0" dirty="0">
                <a:solidFill>
                  <a:srgbClr val="000000"/>
                </a:solidFill>
                <a:latin typeface="Helvetica Neue"/>
              </a:rPr>
              <a:t>pin_memory=True: enables direct DMA from CPU RAM to GPU — 2-3x faster than pageable memory</a:t>
            </a:r>
          </a:p>
          <a:p>
            <a:pPr marL="285750" indent="-285750">
              <a:buFont typeface="Arial"/>
              <a:buChar char="▸"/>
            </a:pPr>
            <a:r>
              <a:rPr lang="en-US" sz="1250" b="0" dirty="0">
                <a:solidFill>
                  <a:srgbClr val="000000"/>
                </a:solidFill>
                <a:latin typeface="Helvetica Neue"/>
              </a:rPr>
              <a:t>num_workers=0: single-process, safe for debugging. num_workers=4-8: parallel, much faster</a:t>
            </a:r>
          </a:p>
          <a:p>
            <a:pPr marL="285750" indent="-285750">
              <a:buFont typeface="Arial"/>
              <a:buChar char="▸"/>
            </a:pPr>
            <a:r>
              <a:rPr lang="en-US" sz="1250" b="0" dirty="0">
                <a:solidFill>
                  <a:srgbClr val="000000"/>
                </a:solidFill>
                <a:latin typeface="Helvetica Neue"/>
              </a:rPr>
              <a:t>drop_last=True: avoids BatchNorm issues with batch size 1 at epoch end</a:t>
            </a:r>
          </a:p>
          <a:p>
            <a:pPr marL="285750" indent="-285750">
              <a:buFont typeface="Arial"/>
              <a:buChar char="▸"/>
            </a:pPr>
            <a:r>
              <a:rPr lang="en-US" sz="1250" b="0" dirty="0">
                <a:solidFill>
                  <a:srgbClr val="000000"/>
                </a:solidFill>
                <a:latin typeface="Helvetica Neue"/>
              </a:rPr>
              <a:t>persistent_workers=True: saves 2-5 seconds per epoch by keeping workers alive</a:t>
            </a:r>
          </a:p>
          <a:p>
            <a:pPr marL="0" indent="0">
              <a:buNone/>
            </a:pPr>
            <a:endParaRPr lang="en-US" sz="600" dirty="0"/>
          </a:p>
          <a:p>
            <a:pPr marL="0" indent="0">
              <a:buNone/>
            </a:pPr>
            <a:r>
              <a:rPr lang="en-US" sz="1400" b="1" dirty="0">
                <a:solidFill>
                  <a:srgbClr val="002060"/>
                </a:solidFill>
                <a:latin typeface="Helvetica Neue"/>
              </a:rPr>
              <a:t>How the DataLoader Uses Your Dataset</a:t>
            </a:r>
          </a:p>
          <a:p>
            <a:pPr marL="0" indent="0">
              <a:buNone/>
            </a:pPr>
            <a:r>
              <a:rPr lang="en-US" sz="1100" b="0" i="1" dirty="0">
                <a:solidFill>
                  <a:srgbClr val="434343"/>
                </a:solidFill>
                <a:latin typeface="Helvetica Neue"/>
              </a:rPr>
              <a:t>  Each epoch:</a:t>
            </a:r>
          </a:p>
          <a:p>
            <a:pPr marL="0" indent="0">
              <a:buNone/>
            </a:pPr>
            <a:r>
              <a:rPr lang="en-US" sz="1100" b="0" i="1" dirty="0">
                <a:solidFill>
                  <a:srgbClr val="434343"/>
                </a:solidFill>
                <a:latin typeface="Helvetica Neue"/>
              </a:rPr>
              <a:t>  1. Sampler generates a shuffled list of indices: [42, 7, 1001, 3, ...]</a:t>
            </a:r>
          </a:p>
          <a:p>
            <a:pPr marL="0" indent="0">
              <a:buNone/>
            </a:pPr>
            <a:r>
              <a:rPr lang="en-US" sz="1100" b="0" i="1" dirty="0">
                <a:solidFill>
                  <a:srgbClr val="434343"/>
                </a:solidFill>
                <a:latin typeface="Helvetica Neue"/>
              </a:rPr>
              <a:t>  2. BatchSampler groups them into batches: [[42,7,1001,3], [88,15,...], ...]</a:t>
            </a:r>
          </a:p>
          <a:p>
            <a:pPr marL="0" indent="0">
              <a:buNone/>
            </a:pPr>
            <a:r>
              <a:rPr lang="en-US" sz="1100" b="0" i="1" dirty="0">
                <a:solidFill>
                  <a:srgbClr val="434343"/>
                </a:solidFill>
                <a:latin typeface="Helvetica Neue"/>
              </a:rPr>
              <a:t>  3. Worker processes call dataset.__getitem__(idx) for each index in parallel</a:t>
            </a:r>
          </a:p>
          <a:p>
            <a:pPr marL="0" indent="0">
              <a:buNone/>
            </a:pPr>
            <a:r>
              <a:rPr lang="en-US" sz="1100" b="0" i="1" dirty="0">
                <a:solidFill>
                  <a:srgbClr val="434343"/>
                </a:solidFill>
                <a:latin typeface="Helvetica Neue"/>
              </a:rPr>
              <a:t>  4. Workers apply transforms, assemble tensors, and place them in a shared memory queue</a:t>
            </a:r>
          </a:p>
          <a:p>
            <a:pPr marL="0" indent="0">
              <a:buNone/>
            </a:pPr>
            <a:r>
              <a:rPr lang="en-US" sz="1100" b="0" i="1" dirty="0">
                <a:solidFill>
                  <a:srgbClr val="434343"/>
                </a:solidFill>
                <a:latin typeface="Helvetica Neue"/>
              </a:rPr>
              <a:t>  5. Main process reads batches from queue and yields them to your training loop</a:t>
            </a:r>
          </a:p>
          <a:p>
            <a:pPr marL="0" indent="0">
              <a:buNone/>
            </a:pPr>
            <a:endParaRPr lang="en-US" sz="600" dirty="0"/>
          </a:p>
          <a:p>
            <a:pPr marL="0" indent="0">
              <a:buNone/>
            </a:pPr>
            <a:r>
              <a:rPr lang="en-US" sz="1400" b="1" dirty="0">
                <a:solidFill>
                  <a:srgbClr val="002060"/>
                </a:solidFill>
                <a:latin typeface="Helvetica Neue"/>
              </a:rPr>
              <a:t>Iterating the DataLoader</a:t>
            </a:r>
          </a:p>
          <a:p>
            <a:pPr marL="228600" indent="0">
              <a:buNone/>
            </a:pPr>
            <a:r>
              <a:rPr lang="en-US" sz="1050" b="0" i="1" dirty="0">
                <a:solidFill>
                  <a:srgbClr val="1F3864"/>
                </a:solidFill>
                <a:latin typeface="Consolas"/>
              </a:rPr>
              <a:t>for epoch in range(num_epochs):</a:t>
            </a:r>
          </a:p>
          <a:p>
            <a:pPr marL="228600" indent="0">
              <a:buNone/>
            </a:pPr>
            <a:r>
              <a:rPr lang="en-US" sz="1050" b="0" i="1" dirty="0">
                <a:solidFill>
                  <a:srgbClr val="1F3864"/>
                </a:solidFill>
                <a:latin typeface="Consolas"/>
              </a:rPr>
              <a:t>    for batch_x, batch_y in train_loader:</a:t>
            </a:r>
          </a:p>
          <a:p>
            <a:pPr marL="228600" indent="0">
              <a:buNone/>
            </a:pPr>
            <a:r>
              <a:rPr lang="en-US" sz="1050" b="0" i="1" dirty="0">
                <a:solidFill>
                  <a:srgbClr val="1F3864"/>
                </a:solidFill>
                <a:latin typeface="Consolas"/>
              </a:rPr>
              <a:t>        # batch_x: (batch_size, C, H, W) — already a tensor</a:t>
            </a:r>
          </a:p>
          <a:p>
            <a:pPr marL="228600" indent="0">
              <a:buNone/>
            </a:pPr>
            <a:r>
              <a:rPr lang="en-US" sz="1050" b="0" i="1" dirty="0">
                <a:solidFill>
                  <a:srgbClr val="1F3864"/>
                </a:solidFill>
                <a:latin typeface="Consolas"/>
              </a:rPr>
              <a:t>        # batch_y: (batch_size,) — integer labels</a:t>
            </a:r>
          </a:p>
          <a:p>
            <a:pPr marL="228600" indent="0">
              <a:buNone/>
            </a:pPr>
            <a:r>
              <a:rPr lang="en-US" sz="1050" b="0" i="1" dirty="0">
                <a:solidFill>
                  <a:srgbClr val="1F3864"/>
                </a:solidFill>
                <a:latin typeface="Consolas"/>
              </a:rPr>
              <a:t>        batch_x = batch_x.to(device)</a:t>
            </a:r>
          </a:p>
          <a:p>
            <a:pPr marL="228600" indent="0">
              <a:buNone/>
            </a:pPr>
            <a:r>
              <a:rPr lang="en-US" sz="1050" b="0" i="1" dirty="0">
                <a:solidFill>
                  <a:srgbClr val="1F3864"/>
                </a:solidFill>
                <a:latin typeface="Consolas"/>
              </a:rPr>
              <a:t>        batch_y = batch_y.to(device)</a:t>
            </a:r>
          </a:p>
          <a:p>
            <a:pPr marL="228600" indent="0">
              <a:buNone/>
            </a:pPr>
            <a:r>
              <a:rPr lang="en-US" sz="1050" b="0" i="1" dirty="0">
                <a:solidFill>
                  <a:srgbClr val="1F3864"/>
                </a:solidFill>
                <a:latin typeface="Consolas"/>
              </a:rPr>
              <a:t>        # ... training step</a:t>
            </a:r>
          </a:p>
        </p:txBody>
      </p:sp>
      <p:sp>
        <p:nvSpPr>
          <p:cNvPr id="50" name="Ref"/>
          <p:cNvSpPr txBox="1"/>
          <p:nvPr/>
        </p:nvSpPr>
        <p:spPr>
          <a:xfrm>
            <a:off x="311700" y="4900000"/>
            <a:ext cx="8520600" cy="18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t" anchorCtr="0">
            <a:noAutofit/>
          </a:bodyPr>
          <a:lstStyle/>
          <a:p>
            <a:pPr marL="0" indent="0">
              <a:buNone/>
            </a:pPr>
            <a:r>
              <a:rPr lang="en-US" sz="900" i="1" dirty="0">
                <a:solidFill>
                  <a:srgbClr val="7F7F7F"/>
                </a:solidFill>
                <a:latin typeface="Helvetica Neue"/>
              </a:rPr>
              <a:t>Ref: PyTorch DataLoader Source: torch/utils/data/dataloader.py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G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1"/>
          <p:cNvSpPr/>
          <p:nvPr/>
        </p:nvSpPr>
        <p:spPr>
          <a:xfrm>
            <a:off x="0" y="0"/>
            <a:ext cx="9144000" cy="210172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rtlCol="0" anchor="ctr"/>
          <a:lstStyle/>
          <a:p>
            <a:endParaRPr lang="en-US" sz="1200" dirty="0"/>
          </a:p>
        </p:txBody>
      </p:sp>
      <p:sp>
        <p:nvSpPr>
          <p:cNvPr id="3" name="R2"/>
          <p:cNvSpPr/>
          <p:nvPr/>
        </p:nvSpPr>
        <p:spPr>
          <a:xfrm>
            <a:off x="0" y="5103529"/>
            <a:ext cx="9144000" cy="67092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rtlCol="0" anchor="ctr"/>
          <a:lstStyle/>
          <a:p>
            <a:endParaRPr lang="en-US" sz="500" dirty="0"/>
          </a:p>
        </p:txBody>
      </p:sp>
      <p:sp>
        <p:nvSpPr>
          <p:cNvPr id="100" name="Ttl"/>
          <p:cNvSpPr txBox="1">
            <a:spLocks noGrp="1"/>
          </p:cNvSpPr>
          <p:nvPr>
            <p:ph type="title"/>
          </p:nvPr>
        </p:nvSpPr>
        <p:spPr>
          <a:xfrm>
            <a:off x="311700" y="207100"/>
            <a:ext cx="8520600" cy="555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lvl="0" algn="l"/>
            <a:r>
              <a:rPr lang="en-US" b="1" dirty="0">
                <a:solidFill>
                  <a:schemeClr val="tx1"/>
                </a:solidFill>
              </a:rPr>
              <a:t>Image Transforms: Preprocessing Your Data</a:t>
            </a:r>
          </a:p>
        </p:txBody>
      </p:sp>
      <p:sp>
        <p:nvSpPr>
          <p:cNvPr id="10" name="L"/>
          <p:cNvSpPr txBox="1"/>
          <p:nvPr/>
        </p:nvSpPr>
        <p:spPr>
          <a:xfrm>
            <a:off x="281802" y="762400"/>
            <a:ext cx="4180000" cy="4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77500" lnSpcReduction="20000"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002060"/>
                </a:solidFill>
                <a:latin typeface="Helvetica Neue"/>
              </a:rPr>
              <a:t>Why Transforms?</a:t>
            </a:r>
          </a:p>
          <a:p>
            <a:pPr marL="285750" indent="-285750">
              <a:buFont typeface="Arial"/>
              <a:buChar char="▸"/>
            </a:pPr>
            <a:r>
              <a:rPr lang="en-US" sz="1250" b="0" dirty="0">
                <a:solidFill>
                  <a:srgbClr val="000000"/>
                </a:solidFill>
                <a:latin typeface="Helvetica Neue"/>
              </a:rPr>
              <a:t>Raw images from disk: PIL Images, varying sizes, uint8 pixels in range [0, 255]</a:t>
            </a:r>
          </a:p>
          <a:p>
            <a:pPr marL="285750" indent="-285750">
              <a:buFont typeface="Arial"/>
              <a:buChar char="▸"/>
            </a:pPr>
            <a:r>
              <a:rPr lang="en-US" sz="1250" b="0" dirty="0">
                <a:solidFill>
                  <a:srgbClr val="000000"/>
                </a:solidFill>
                <a:latin typeface="Helvetica Neue"/>
              </a:rPr>
              <a:t>Model input needs: PyTorch tensor, fixed size, float32, normalised to [-1, 1] or ImageNet stats</a:t>
            </a:r>
          </a:p>
          <a:p>
            <a:pPr marL="285750" indent="-285750">
              <a:buFont typeface="Arial"/>
              <a:buChar char="▸"/>
            </a:pPr>
            <a:r>
              <a:rPr lang="en-US" sz="1250" b="0" dirty="0">
                <a:solidFill>
                  <a:srgbClr val="000000"/>
                </a:solidFill>
                <a:latin typeface="Helvetica Neue"/>
              </a:rPr>
              <a:t>Training transforms: add data augmentation to reduce overfitting</a:t>
            </a:r>
          </a:p>
          <a:p>
            <a:pPr marL="285750" indent="-285750">
              <a:buFont typeface="Arial"/>
              <a:buChar char="▸"/>
            </a:pPr>
            <a:r>
              <a:rPr lang="en-US" sz="1250" b="0" dirty="0">
                <a:solidFill>
                  <a:srgbClr val="000000"/>
                </a:solidFill>
                <a:latin typeface="Helvetica Neue"/>
              </a:rPr>
              <a:t>Validation/test transforms: only deterministic preprocessing — no random augmentation</a:t>
            </a:r>
          </a:p>
          <a:p>
            <a:pPr marL="0" indent="0">
              <a:buNone/>
            </a:pPr>
            <a:endParaRPr lang="en-US" sz="600" dirty="0"/>
          </a:p>
          <a:p>
            <a:pPr marL="0" indent="0">
              <a:buNone/>
            </a:pPr>
            <a:r>
              <a:rPr lang="en-US" sz="1400" b="1" dirty="0">
                <a:solidFill>
                  <a:srgbClr val="002060"/>
                </a:solidFill>
                <a:latin typeface="Helvetica Neue"/>
              </a:rPr>
              <a:t>Standard Training Transform for ImageNet</a:t>
            </a:r>
          </a:p>
          <a:p>
            <a:pPr marL="228600" indent="0">
              <a:buNone/>
            </a:pPr>
            <a:r>
              <a:rPr lang="en-US" sz="1050" b="0" i="1" dirty="0">
                <a:solidFill>
                  <a:srgbClr val="1F3864"/>
                </a:solidFill>
                <a:latin typeface="Consolas"/>
              </a:rPr>
              <a:t>import torchvision.transforms as T</a:t>
            </a:r>
          </a:p>
          <a:p>
            <a:pPr marL="228600" indent="0">
              <a:buNone/>
            </a:pPr>
            <a:endParaRPr lang="en-US" sz="1050" b="0" i="1" dirty="0">
              <a:solidFill>
                <a:srgbClr val="1F3864"/>
              </a:solidFill>
              <a:latin typeface="Consolas"/>
            </a:endParaRPr>
          </a:p>
          <a:p>
            <a:pPr marL="228600" indent="0">
              <a:buNone/>
            </a:pPr>
            <a:r>
              <a:rPr lang="en-US" sz="1050" b="0" i="1" dirty="0">
                <a:solidFill>
                  <a:srgbClr val="1F3864"/>
                </a:solidFill>
                <a:latin typeface="Consolas"/>
              </a:rPr>
              <a:t>train_transform = T.Compose([</a:t>
            </a:r>
          </a:p>
          <a:p>
            <a:pPr marL="228600" indent="0">
              <a:buNone/>
            </a:pPr>
            <a:r>
              <a:rPr lang="en-US" sz="1050" b="0" i="1" dirty="0">
                <a:solidFill>
                  <a:srgbClr val="1F3864"/>
                </a:solidFill>
                <a:latin typeface="Consolas"/>
              </a:rPr>
              <a:t>    T.RandomResizedCrop(224,   # crop random region, resize to 224</a:t>
            </a:r>
          </a:p>
          <a:p>
            <a:pPr marL="228600" indent="0">
              <a:buNone/>
            </a:pPr>
            <a:r>
              <a:rPr lang="en-US" sz="1050" b="0" i="1" dirty="0">
                <a:solidFill>
                  <a:srgbClr val="1F3864"/>
                </a:solidFill>
                <a:latin typeface="Consolas"/>
              </a:rPr>
              <a:t>        scale=(0.08, 1.0)),</a:t>
            </a:r>
          </a:p>
          <a:p>
            <a:pPr marL="228600" indent="0">
              <a:buNone/>
            </a:pPr>
            <a:r>
              <a:rPr lang="en-US" sz="1050" b="0" i="1" dirty="0">
                <a:solidFill>
                  <a:srgbClr val="1F3864"/>
                </a:solidFill>
                <a:latin typeface="Consolas"/>
              </a:rPr>
              <a:t>    T.RandomHorizontalFlip(p=0.5),  # 50% chance of flip</a:t>
            </a:r>
          </a:p>
          <a:p>
            <a:pPr marL="228600" indent="0">
              <a:buNone/>
            </a:pPr>
            <a:r>
              <a:rPr lang="en-US" sz="1050" b="0" i="1" dirty="0">
                <a:solidFill>
                  <a:srgbClr val="1F3864"/>
                </a:solidFill>
                <a:latin typeface="Consolas"/>
              </a:rPr>
              <a:t>    T.ColorJitter(               # random colour distortion</a:t>
            </a:r>
          </a:p>
          <a:p>
            <a:pPr marL="228600" indent="0">
              <a:buNone/>
            </a:pPr>
            <a:r>
              <a:rPr lang="en-US" sz="1050" b="0" i="1" dirty="0">
                <a:solidFill>
                  <a:srgbClr val="1F3864"/>
                </a:solidFill>
                <a:latin typeface="Consolas"/>
              </a:rPr>
              <a:t>        brightness=0.4, contrast=0.4,</a:t>
            </a:r>
          </a:p>
          <a:p>
            <a:pPr marL="228600" indent="0">
              <a:buNone/>
            </a:pPr>
            <a:r>
              <a:rPr lang="en-US" sz="1050" b="0" i="1" dirty="0">
                <a:solidFill>
                  <a:srgbClr val="1F3864"/>
                </a:solidFill>
                <a:latin typeface="Consolas"/>
              </a:rPr>
              <a:t>        saturation=0.4, hue=0.1),</a:t>
            </a:r>
          </a:p>
          <a:p>
            <a:pPr marL="228600" indent="0">
              <a:buNone/>
            </a:pPr>
            <a:r>
              <a:rPr lang="en-US" sz="1050" b="0" i="1" dirty="0">
                <a:solidFill>
                  <a:srgbClr val="1F3864"/>
                </a:solidFill>
                <a:latin typeface="Consolas"/>
              </a:rPr>
              <a:t>    T.ToTensor(),                # PIL (H,W,C) -&gt; Tensor (C,H,W), [0,255]-&gt;[0,1]</a:t>
            </a:r>
          </a:p>
          <a:p>
            <a:pPr marL="228600" indent="0">
              <a:buNone/>
            </a:pPr>
            <a:r>
              <a:rPr lang="en-US" sz="1050" b="0" i="1" dirty="0">
                <a:solidFill>
                  <a:srgbClr val="1F3864"/>
                </a:solidFill>
                <a:latin typeface="Consolas"/>
              </a:rPr>
              <a:t>    T.Normalize(                 # subtract ImageNet mean, divide by std</a:t>
            </a:r>
          </a:p>
          <a:p>
            <a:pPr marL="228600" indent="0">
              <a:buNone/>
            </a:pPr>
            <a:r>
              <a:rPr lang="en-US" sz="1050" b="0" i="1" dirty="0">
                <a:solidFill>
                  <a:srgbClr val="1F3864"/>
                </a:solidFill>
                <a:latin typeface="Consolas"/>
              </a:rPr>
              <a:t>        mean=[0.485, 0.456, 0.406],</a:t>
            </a:r>
          </a:p>
          <a:p>
            <a:pPr marL="228600" indent="0">
              <a:buNone/>
            </a:pPr>
            <a:r>
              <a:rPr lang="en-US" sz="1050" b="0" i="1" dirty="0">
                <a:solidFill>
                  <a:srgbClr val="1F3864"/>
                </a:solidFill>
                <a:latin typeface="Consolas"/>
              </a:rPr>
              <a:t>        std=[0.229, 0.224, 0.225]),</a:t>
            </a:r>
          </a:p>
          <a:p>
            <a:pPr marL="228600" indent="0">
              <a:buNone/>
            </a:pPr>
            <a:r>
              <a:rPr lang="en-US" sz="1050" b="0" i="1" dirty="0">
                <a:solidFill>
                  <a:srgbClr val="1F3864"/>
                </a:solidFill>
                <a:latin typeface="Consolas"/>
              </a:rPr>
              <a:t>])</a:t>
            </a:r>
          </a:p>
          <a:p>
            <a:pPr marL="0" indent="0">
              <a:buNone/>
            </a:pPr>
            <a:endParaRPr lang="en-US" sz="600" dirty="0"/>
          </a:p>
          <a:p>
            <a:pPr marL="0" indent="0">
              <a:buNone/>
            </a:pPr>
            <a:r>
              <a:rPr lang="en-US" sz="1400" b="1" dirty="0">
                <a:solidFill>
                  <a:srgbClr val="002060"/>
                </a:solidFill>
                <a:latin typeface="Helvetica Neue"/>
              </a:rPr>
              <a:t>Standard Validation Transform</a:t>
            </a:r>
          </a:p>
          <a:p>
            <a:pPr marL="228600" indent="0">
              <a:buNone/>
            </a:pPr>
            <a:r>
              <a:rPr lang="en-US" sz="1050" b="0" i="1" dirty="0">
                <a:solidFill>
                  <a:srgbClr val="1F3864"/>
                </a:solidFill>
                <a:latin typeface="Consolas"/>
              </a:rPr>
              <a:t>val_transform = T.Compose([</a:t>
            </a:r>
          </a:p>
          <a:p>
            <a:pPr marL="228600" indent="0">
              <a:buNone/>
            </a:pPr>
            <a:r>
              <a:rPr lang="en-US" sz="1050" b="0" i="1" dirty="0">
                <a:solidFill>
                  <a:srgbClr val="1F3864"/>
                </a:solidFill>
                <a:latin typeface="Consolas"/>
              </a:rPr>
              <a:t>    T.Resize(256),               # resize shorter side to 256</a:t>
            </a:r>
          </a:p>
          <a:p>
            <a:pPr marL="228600" indent="0">
              <a:buNone/>
            </a:pPr>
            <a:r>
              <a:rPr lang="en-US" sz="1050" b="0" i="1" dirty="0">
                <a:solidFill>
                  <a:srgbClr val="1F3864"/>
                </a:solidFill>
                <a:latin typeface="Consolas"/>
              </a:rPr>
              <a:t>    T.CenterCrop(224),           # crop centre 224x224</a:t>
            </a:r>
          </a:p>
          <a:p>
            <a:pPr marL="228600" indent="0">
              <a:buNone/>
            </a:pPr>
            <a:r>
              <a:rPr lang="en-US" sz="1050" b="0" i="1" dirty="0">
                <a:solidFill>
                  <a:srgbClr val="1F3864"/>
                </a:solidFill>
                <a:latin typeface="Consolas"/>
              </a:rPr>
              <a:t>    T.ToTensor(),</a:t>
            </a:r>
          </a:p>
          <a:p>
            <a:pPr marL="228600" indent="0">
              <a:buNone/>
            </a:pPr>
            <a:r>
              <a:rPr lang="en-US" sz="1050" b="0" i="1" dirty="0">
                <a:solidFill>
                  <a:srgbClr val="1F3864"/>
                </a:solidFill>
                <a:latin typeface="Consolas"/>
              </a:rPr>
              <a:t>    T.Normalize(mean=[0.485, 0.456, 0.406],</a:t>
            </a:r>
          </a:p>
          <a:p>
            <a:pPr marL="228600" indent="0">
              <a:buNone/>
            </a:pPr>
            <a:r>
              <a:rPr lang="en-US" sz="1050" b="0" i="1" dirty="0">
                <a:solidFill>
                  <a:srgbClr val="1F3864"/>
                </a:solidFill>
                <a:latin typeface="Consolas"/>
              </a:rPr>
              <a:t>                std=[0.229, 0.224, 0.225]),</a:t>
            </a:r>
          </a:p>
          <a:p>
            <a:pPr marL="228600" indent="0">
              <a:buNone/>
            </a:pPr>
            <a:r>
              <a:rPr lang="en-US" sz="1050" b="0" i="1" dirty="0">
                <a:solidFill>
                  <a:srgbClr val="1F3864"/>
                </a:solidFill>
                <a:latin typeface="Consolas"/>
              </a:rPr>
              <a:t>])</a:t>
            </a:r>
          </a:p>
        </p:txBody>
      </p:sp>
      <p:sp>
        <p:nvSpPr>
          <p:cNvPr id="11" name="R"/>
          <p:cNvSpPr txBox="1"/>
          <p:nvPr/>
        </p:nvSpPr>
        <p:spPr>
          <a:xfrm>
            <a:off x="4651700" y="729436"/>
            <a:ext cx="4180600" cy="4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85000" lnSpcReduction="20000"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002060"/>
                </a:solidFill>
                <a:latin typeface="Helvetica Neue"/>
              </a:rPr>
              <a:t>Why Normalise with ImageNet Statistics?</a:t>
            </a:r>
          </a:p>
          <a:p>
            <a:pPr marL="285750" indent="-285750">
              <a:buFont typeface="Arial"/>
              <a:buChar char="▸"/>
            </a:pPr>
            <a:r>
              <a:rPr lang="en-US" sz="1250" b="0" dirty="0">
                <a:solidFill>
                  <a:srgbClr val="000000"/>
                </a:solidFill>
                <a:latin typeface="Helvetica Neue"/>
              </a:rPr>
              <a:t>mean=[0.485, 0.456, 0.406]: the average RGB values across all ImageNet images</a:t>
            </a:r>
          </a:p>
          <a:p>
            <a:pPr marL="285750" indent="-285750">
              <a:buFont typeface="Arial"/>
              <a:buChar char="▸"/>
            </a:pPr>
            <a:r>
              <a:rPr lang="en-US" sz="1250" b="0" dirty="0">
                <a:solidFill>
                  <a:srgbClr val="000000"/>
                </a:solidFill>
                <a:latin typeface="Helvetica Neue"/>
              </a:rPr>
              <a:t>std=[0.229, 0.224, 0.225]: the standard deviation of RGB values in ImageNet</a:t>
            </a:r>
          </a:p>
          <a:p>
            <a:pPr marL="285750" indent="-285750">
              <a:buFont typeface="Arial"/>
              <a:buChar char="▸"/>
            </a:pPr>
            <a:r>
              <a:rPr lang="en-US" sz="1250" b="0" dirty="0">
                <a:solidFill>
                  <a:srgbClr val="000000"/>
                </a:solidFill>
                <a:latin typeface="Helvetica Neue"/>
              </a:rPr>
              <a:t>Normalising: brings pixel values to approximately N(0, 1) — models train faster and more stably</a:t>
            </a:r>
          </a:p>
          <a:p>
            <a:pPr marL="285750" indent="-285750">
              <a:buFont typeface="Arial"/>
              <a:buChar char="▸"/>
            </a:pPr>
            <a:r>
              <a:rPr lang="en-US" sz="1250" b="0" dirty="0">
                <a:solidFill>
                  <a:srgbClr val="000000"/>
                </a:solidFill>
                <a:latin typeface="Helvetica Neue"/>
              </a:rPr>
              <a:t>If training on your own dataset: compute mean/std from your training set, not ImageNet</a:t>
            </a:r>
          </a:p>
          <a:p>
            <a:pPr marL="0" indent="0">
              <a:buNone/>
            </a:pPr>
            <a:endParaRPr lang="en-US" sz="600" dirty="0"/>
          </a:p>
          <a:p>
            <a:pPr marL="0" indent="0">
              <a:buNone/>
            </a:pPr>
            <a:r>
              <a:rPr lang="en-US" sz="1400" b="1" dirty="0">
                <a:solidFill>
                  <a:srgbClr val="002060"/>
                </a:solidFill>
                <a:latin typeface="Helvetica Neue"/>
              </a:rPr>
              <a:t>torchvision v2: The Modern API</a:t>
            </a:r>
          </a:p>
          <a:p>
            <a:pPr marL="228600" indent="0">
              <a:buNone/>
            </a:pPr>
            <a:r>
              <a:rPr lang="en-US" sz="1050" b="0" i="1" dirty="0">
                <a:solidFill>
                  <a:srgbClr val="1F3864"/>
                </a:solidFill>
                <a:latin typeface="Consolas"/>
              </a:rPr>
              <a:t>import torchvision.transforms.v2 as T2</a:t>
            </a:r>
          </a:p>
          <a:p>
            <a:pPr marL="228600" indent="0">
              <a:buNone/>
            </a:pPr>
            <a:endParaRPr lang="en-US" sz="1050" b="0" i="1" dirty="0">
              <a:solidFill>
                <a:srgbClr val="1F3864"/>
              </a:solidFill>
              <a:latin typeface="Consolas"/>
            </a:endParaRPr>
          </a:p>
          <a:p>
            <a:pPr marL="228600" indent="0">
              <a:buNone/>
            </a:pPr>
            <a:r>
              <a:rPr lang="en-US" sz="1050" b="0" i="1" dirty="0">
                <a:solidFill>
                  <a:srgbClr val="1F3864"/>
                </a:solidFill>
                <a:latin typeface="Consolas"/>
              </a:rPr>
              <a:t>transform = T2.Compose([</a:t>
            </a:r>
          </a:p>
          <a:p>
            <a:pPr marL="228600" indent="0">
              <a:buNone/>
            </a:pPr>
            <a:r>
              <a:rPr lang="en-US" sz="1050" b="0" i="1" dirty="0">
                <a:solidFill>
                  <a:srgbClr val="1F3864"/>
                </a:solidFill>
                <a:latin typeface="Consolas"/>
              </a:rPr>
              <a:t>    T2.RandomResizedCrop(224),</a:t>
            </a:r>
          </a:p>
          <a:p>
            <a:pPr marL="228600" indent="0">
              <a:buNone/>
            </a:pPr>
            <a:r>
              <a:rPr lang="en-US" sz="1050" b="0" i="1" dirty="0">
                <a:solidFill>
                  <a:srgbClr val="1F3864"/>
                </a:solidFill>
                <a:latin typeface="Consolas"/>
              </a:rPr>
              <a:t>    T2.RandomHorizontalFlip(),</a:t>
            </a:r>
          </a:p>
          <a:p>
            <a:pPr marL="228600" indent="0">
              <a:buNone/>
            </a:pPr>
            <a:r>
              <a:rPr lang="en-US" sz="1050" b="0" i="1" dirty="0">
                <a:solidFill>
                  <a:srgbClr val="1F3864"/>
                </a:solidFill>
                <a:latin typeface="Consolas"/>
              </a:rPr>
              <a:t>    T2.ToDtype(torch.float32,    # handles ToTensor + float</a:t>
            </a:r>
          </a:p>
          <a:p>
            <a:pPr marL="228600" indent="0">
              <a:buNone/>
            </a:pPr>
            <a:r>
              <a:rPr lang="en-US" sz="1050" b="0" i="1" dirty="0">
                <a:solidFill>
                  <a:srgbClr val="1F3864"/>
                </a:solidFill>
                <a:latin typeface="Consolas"/>
              </a:rPr>
              <a:t>              scale=True),</a:t>
            </a:r>
          </a:p>
          <a:p>
            <a:pPr marL="228600" indent="0">
              <a:buNone/>
            </a:pPr>
            <a:r>
              <a:rPr lang="en-US" sz="1050" b="0" i="1" dirty="0">
                <a:solidFill>
                  <a:srgbClr val="1F3864"/>
                </a:solidFill>
                <a:latin typeface="Consolas"/>
              </a:rPr>
              <a:t>    T2.Normalize(mean, std),</a:t>
            </a:r>
          </a:p>
          <a:p>
            <a:pPr marL="228600" indent="0">
              <a:buNone/>
            </a:pPr>
            <a:r>
              <a:rPr lang="en-US" sz="1050" b="0" i="1" dirty="0">
                <a:solidFill>
                  <a:srgbClr val="1F3864"/>
                </a:solidFill>
                <a:latin typeface="Consolas"/>
              </a:rPr>
              <a:t>])</a:t>
            </a:r>
          </a:p>
          <a:p>
            <a:pPr marL="285750" indent="-285750">
              <a:buFont typeface="Arial"/>
              <a:buChar char="▸"/>
            </a:pPr>
            <a:r>
              <a:rPr lang="en-US" sz="1250" b="0" dirty="0">
                <a:solidFill>
                  <a:srgbClr val="000000"/>
                </a:solidFill>
                <a:latin typeface="Helvetica Neue"/>
              </a:rPr>
              <a:t>v2 transforms operate on tensors, not just PIL — much faster, GPU-compatible</a:t>
            </a:r>
          </a:p>
          <a:p>
            <a:pPr marL="0" indent="0">
              <a:buNone/>
            </a:pPr>
            <a:endParaRPr lang="en-US" sz="600" dirty="0"/>
          </a:p>
          <a:p>
            <a:pPr marL="0" indent="0">
              <a:buNone/>
            </a:pPr>
            <a:r>
              <a:rPr lang="en-US" sz="1400" b="1" dirty="0">
                <a:solidFill>
                  <a:srgbClr val="002060"/>
                </a:solidFill>
                <a:latin typeface="Helvetica Neue"/>
              </a:rPr>
              <a:t>Common Augmentation Techniques and Their Purpose</a:t>
            </a:r>
          </a:p>
          <a:p>
            <a:pPr marL="0" indent="0">
              <a:buNone/>
            </a:pPr>
            <a:r>
              <a:rPr lang="en-US" sz="1100" b="0" i="1" dirty="0">
                <a:solidFill>
                  <a:srgbClr val="434343"/>
                </a:solidFill>
                <a:latin typeface="Helvetica Neue"/>
              </a:rPr>
              <a:t>  RandomCrop / RandomResizedCrop: position invariance</a:t>
            </a:r>
          </a:p>
          <a:p>
            <a:pPr marL="0" indent="0">
              <a:buNone/>
            </a:pPr>
            <a:r>
              <a:rPr lang="en-US" sz="1100" b="0" i="1" dirty="0">
                <a:solidFill>
                  <a:srgbClr val="434343"/>
                </a:solidFill>
                <a:latin typeface="Helvetica Neue"/>
              </a:rPr>
              <a:t>  RandomHorizontalFlip: left-right symmetry</a:t>
            </a:r>
          </a:p>
          <a:p>
            <a:pPr marL="0" indent="0">
              <a:buNone/>
            </a:pPr>
            <a:r>
              <a:rPr lang="en-US" sz="1100" b="0" i="1" dirty="0">
                <a:solidFill>
                  <a:srgbClr val="434343"/>
                </a:solidFill>
                <a:latin typeface="Helvetica Neue"/>
              </a:rPr>
              <a:t>  ColorJitter: lighting condition robustness</a:t>
            </a:r>
          </a:p>
          <a:p>
            <a:pPr marL="0" indent="0">
              <a:buNone/>
            </a:pPr>
            <a:r>
              <a:rPr lang="en-US" sz="1100" b="0" i="1" dirty="0">
                <a:solidFill>
                  <a:srgbClr val="434343"/>
                </a:solidFill>
                <a:latin typeface="Helvetica Neue"/>
              </a:rPr>
              <a:t>  RandomRotation: orientation robustness</a:t>
            </a:r>
          </a:p>
          <a:p>
            <a:pPr marL="0" indent="0">
              <a:buNone/>
            </a:pPr>
            <a:r>
              <a:rPr lang="en-US" sz="1100" b="0" i="1" dirty="0">
                <a:solidFill>
                  <a:srgbClr val="434343"/>
                </a:solidFill>
                <a:latin typeface="Helvetica Neue"/>
              </a:rPr>
              <a:t>  RandomGrayscale: colour-irrelevant features</a:t>
            </a:r>
          </a:p>
          <a:p>
            <a:pPr marL="0" indent="0">
              <a:buNone/>
            </a:pPr>
            <a:r>
              <a:rPr lang="en-US" sz="1100" b="0" i="1" dirty="0">
                <a:solidFill>
                  <a:srgbClr val="434343"/>
                </a:solidFill>
                <a:latin typeface="Helvetica Neue"/>
              </a:rPr>
              <a:t>  CutMix / MixUp: regularisation; improves generalisation</a:t>
            </a:r>
          </a:p>
          <a:p>
            <a:pPr marL="0" indent="0">
              <a:buNone/>
            </a:pPr>
            <a:r>
              <a:rPr lang="en-US" sz="1100" b="0" i="1" dirty="0">
                <a:solidFill>
                  <a:srgbClr val="434343"/>
                </a:solidFill>
                <a:latin typeface="Helvetica Neue"/>
              </a:rPr>
              <a:t>  RandAugment / TrivialAugment: automatic augmentation policies</a:t>
            </a:r>
          </a:p>
        </p:txBody>
      </p:sp>
      <p:sp>
        <p:nvSpPr>
          <p:cNvPr id="50" name="Ref"/>
          <p:cNvSpPr txBox="1"/>
          <p:nvPr/>
        </p:nvSpPr>
        <p:spPr>
          <a:xfrm>
            <a:off x="311700" y="4900000"/>
            <a:ext cx="8520600" cy="18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t" anchorCtr="0">
            <a:noAutofit/>
          </a:bodyPr>
          <a:lstStyle/>
          <a:p>
            <a:pPr marL="0" indent="0">
              <a:buNone/>
            </a:pPr>
            <a:r>
              <a:rPr lang="en-US" sz="900" i="1" dirty="0">
                <a:solidFill>
                  <a:srgbClr val="7F7F7F"/>
                </a:solidFill>
                <a:latin typeface="Helvetica Neue"/>
              </a:rPr>
              <a:t>Ref: Shorten &amp; Khoshgoftaar, A Survey on Image Data Augmentation, J Big Data 2019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G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1"/>
          <p:cNvSpPr/>
          <p:nvPr/>
        </p:nvSpPr>
        <p:spPr>
          <a:xfrm>
            <a:off x="0" y="0"/>
            <a:ext cx="9144000" cy="210172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rtlCol="0" anchor="ctr"/>
          <a:lstStyle/>
          <a:p>
            <a:endParaRPr lang="en-US" sz="1200" dirty="0"/>
          </a:p>
        </p:txBody>
      </p:sp>
      <p:sp>
        <p:nvSpPr>
          <p:cNvPr id="3" name="R2"/>
          <p:cNvSpPr/>
          <p:nvPr/>
        </p:nvSpPr>
        <p:spPr>
          <a:xfrm>
            <a:off x="0" y="5103529"/>
            <a:ext cx="9144000" cy="67092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rtlCol="0" anchor="ctr"/>
          <a:lstStyle/>
          <a:p>
            <a:endParaRPr lang="en-US" sz="500" dirty="0"/>
          </a:p>
        </p:txBody>
      </p:sp>
      <p:sp>
        <p:nvSpPr>
          <p:cNvPr id="100" name="Ttl"/>
          <p:cNvSpPr txBox="1">
            <a:spLocks noGrp="1"/>
          </p:cNvSpPr>
          <p:nvPr>
            <p:ph type="title"/>
          </p:nvPr>
        </p:nvSpPr>
        <p:spPr>
          <a:xfrm>
            <a:off x="311700" y="207100"/>
            <a:ext cx="8520600" cy="555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lvl="0" algn="l"/>
            <a:r>
              <a:rPr lang="en-US" b="1" dirty="0">
                <a:solidFill>
                  <a:schemeClr val="tx1"/>
                </a:solidFill>
              </a:rPr>
              <a:t>Diagnosing DataLoader Bottlenecks</a:t>
            </a:r>
          </a:p>
        </p:txBody>
      </p:sp>
      <p:sp>
        <p:nvSpPr>
          <p:cNvPr id="10" name="Body"/>
          <p:cNvSpPr txBox="1"/>
          <p:nvPr/>
        </p:nvSpPr>
        <p:spPr>
          <a:xfrm>
            <a:off x="311700" y="636850"/>
            <a:ext cx="8520600" cy="404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85000" lnSpcReduction="20000"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002060"/>
                </a:solidFill>
                <a:latin typeface="Helvetica Neue"/>
              </a:rPr>
              <a:t>The Single Most Important Diagnostic: GPU Utilisation</a:t>
            </a:r>
          </a:p>
          <a:p>
            <a:pPr marL="285750" indent="-285750">
              <a:buFont typeface="Arial"/>
              <a:buChar char="▸"/>
            </a:pPr>
            <a:r>
              <a:rPr lang="en-US" sz="1250" b="0" dirty="0">
                <a:solidFill>
                  <a:srgbClr val="000000"/>
                </a:solidFill>
                <a:latin typeface="Helvetica Neue"/>
              </a:rPr>
              <a:t>Open a terminal alongside your training: nvidia-smi dmon -s u -d 1</a:t>
            </a:r>
          </a:p>
          <a:p>
            <a:pPr marL="285750" indent="-285750">
              <a:buFont typeface="Arial"/>
              <a:buChar char="▸"/>
            </a:pPr>
            <a:r>
              <a:rPr lang="en-US" sz="1250" b="0" dirty="0">
                <a:solidFill>
                  <a:srgbClr val="000000"/>
                </a:solidFill>
                <a:latin typeface="Helvetica Neue"/>
              </a:rPr>
              <a:t>Watch the SM% column every second. If it oscillates: 0% → 95% → 0% → 95% — your DataLoader is the bottleneck</a:t>
            </a:r>
          </a:p>
          <a:p>
            <a:pPr marL="285750" indent="-285750">
              <a:buFont typeface="Arial"/>
              <a:buChar char="▸"/>
            </a:pPr>
            <a:r>
              <a:rPr lang="en-US" sz="1250" b="0" dirty="0">
                <a:solidFill>
                  <a:srgbClr val="000000"/>
                </a:solidFill>
                <a:latin typeface="Helvetica Neue"/>
              </a:rPr>
              <a:t>The GPU is finishing batches faster than the DataLoader can deliver the next one — it is starving</a:t>
            </a:r>
          </a:p>
          <a:p>
            <a:pPr marL="285750" indent="-285750">
              <a:buFont typeface="Arial"/>
              <a:buChar char="▸"/>
            </a:pPr>
            <a:r>
              <a:rPr lang="en-US" sz="1250" b="0" dirty="0">
                <a:solidFill>
                  <a:srgbClr val="000000"/>
                </a:solidFill>
                <a:latin typeface="Helvetica Neue"/>
              </a:rPr>
              <a:t>Target: GPU SM% sustained above 85% with less than 10% variance</a:t>
            </a:r>
          </a:p>
          <a:p>
            <a:pPr marL="0" indent="0">
              <a:buNone/>
            </a:pPr>
            <a:endParaRPr lang="en-US" sz="600" dirty="0"/>
          </a:p>
          <a:p>
            <a:pPr marL="0" indent="0">
              <a:buNone/>
            </a:pPr>
            <a:r>
              <a:rPr lang="en-US" sz="1400" b="1" dirty="0">
                <a:solidFill>
                  <a:srgbClr val="002060"/>
                </a:solidFill>
                <a:latin typeface="Helvetica Neue"/>
              </a:rPr>
              <a:t>Step 1: The num_workers Sweep</a:t>
            </a:r>
          </a:p>
          <a:p>
            <a:pPr marL="285750" indent="-285750">
              <a:buFont typeface="Arial"/>
              <a:buChar char="▸"/>
            </a:pPr>
            <a:r>
              <a:rPr lang="en-US" sz="1250" b="0" dirty="0">
                <a:solidFill>
                  <a:srgbClr val="000000"/>
                </a:solidFill>
                <a:latin typeface="Helvetica Neue"/>
              </a:rPr>
              <a:t>Set num_workers=0 and measure step time. Then increase to 2, 4, 8 and re-measure each time.</a:t>
            </a:r>
          </a:p>
          <a:p>
            <a:pPr marL="285750" indent="-285750">
              <a:buFont typeface="Arial"/>
              <a:buChar char="▸"/>
            </a:pPr>
            <a:r>
              <a:rPr lang="en-US" sz="1250" b="0" dirty="0">
                <a:solidFill>
                  <a:srgbClr val="000000"/>
                </a:solidFill>
                <a:latin typeface="Helvetica Neue"/>
              </a:rPr>
              <a:t>If step time drops significantly with more workers: preprocessing is the bottleneck — increase workers</a:t>
            </a:r>
          </a:p>
          <a:p>
            <a:pPr marL="285750" indent="-285750">
              <a:buFont typeface="Arial"/>
              <a:buChar char="▸"/>
            </a:pPr>
            <a:r>
              <a:rPr lang="en-US" sz="1250" b="0" dirty="0">
                <a:solidFill>
                  <a:srgbClr val="000000"/>
                </a:solidFill>
                <a:latin typeface="Helvetica Neue"/>
              </a:rPr>
              <a:t>If step time stops improving after 4-8 workers: GPU compute or I/O is the bottleneck</a:t>
            </a:r>
          </a:p>
          <a:p>
            <a:pPr marL="285750" indent="-285750">
              <a:buFont typeface="Arial"/>
              <a:buChar char="▸"/>
            </a:pPr>
            <a:r>
              <a:rPr lang="en-US" sz="1250" b="0" dirty="0">
                <a:solidFill>
                  <a:srgbClr val="000000"/>
                </a:solidFill>
                <a:latin typeface="Helvetica Neue"/>
              </a:rPr>
              <a:t>Rule of thumb: start with num_workers = 4 per GPU; cap at physical CPU cores / num_GPUs</a:t>
            </a:r>
          </a:p>
          <a:p>
            <a:pPr marL="0" indent="0">
              <a:buNone/>
            </a:pPr>
            <a:endParaRPr lang="en-US" sz="600" dirty="0"/>
          </a:p>
          <a:p>
            <a:pPr marL="0" indent="0">
              <a:buNone/>
            </a:pPr>
            <a:r>
              <a:rPr lang="en-US" sz="1400" b="1" dirty="0">
                <a:solidFill>
                  <a:srgbClr val="002060"/>
                </a:solidFill>
                <a:latin typeface="Helvetica Neue"/>
              </a:rPr>
              <a:t>Step 2: Check pin_memory Impact</a:t>
            </a:r>
          </a:p>
          <a:p>
            <a:pPr marL="285750" indent="-285750">
              <a:buFont typeface="Arial"/>
              <a:buChar char="▸"/>
            </a:pPr>
            <a:r>
              <a:rPr lang="en-US" sz="1250" b="0" dirty="0">
                <a:solidFill>
                  <a:srgbClr val="000000"/>
                </a:solidFill>
                <a:latin typeface="Helvetica Neue"/>
              </a:rPr>
              <a:t>Add pin_memory=True and measure again — should give 1.2-1.5x speedup for GPU-heavy pipelines</a:t>
            </a:r>
          </a:p>
          <a:p>
            <a:pPr marL="285750" indent="-285750">
              <a:buFont typeface="Arial"/>
              <a:buChar char="▸"/>
            </a:pPr>
            <a:r>
              <a:rPr lang="en-US" sz="1250" b="0" dirty="0">
                <a:solidFill>
                  <a:srgbClr val="000000"/>
                </a:solidFill>
                <a:latin typeface="Helvetica Neue"/>
              </a:rPr>
              <a:t>If no speedup: PCIe transfer is not your bottleneck (compute-bound job)</a:t>
            </a:r>
          </a:p>
          <a:p>
            <a:pPr marL="0" indent="0">
              <a:buNone/>
            </a:pPr>
            <a:endParaRPr lang="en-US" sz="600" dirty="0"/>
          </a:p>
          <a:p>
            <a:pPr marL="0" indent="0">
              <a:buNone/>
            </a:pPr>
            <a:r>
              <a:rPr lang="en-US" sz="1400" b="1" dirty="0">
                <a:solidFill>
                  <a:srgbClr val="002060"/>
                </a:solidFill>
                <a:latin typeface="Helvetica Neue"/>
              </a:rPr>
              <a:t>Step 3: Isolate I/O vs Preprocessing</a:t>
            </a:r>
          </a:p>
          <a:p>
            <a:pPr marL="285750" indent="-285750">
              <a:buFont typeface="Arial"/>
              <a:buChar char="▸"/>
            </a:pPr>
            <a:r>
              <a:rPr lang="en-US" sz="1250" b="0" dirty="0">
                <a:solidFill>
                  <a:srgbClr val="000000"/>
                </a:solidFill>
                <a:latin typeface="Helvetica Neue"/>
              </a:rPr>
              <a:t>Benchmark __getitem__ alone: time a loop over dataset without DataLoader</a:t>
            </a:r>
          </a:p>
          <a:p>
            <a:pPr marL="285750" indent="-285750">
              <a:buFont typeface="Arial"/>
              <a:buChar char="▸"/>
            </a:pPr>
            <a:r>
              <a:rPr lang="en-US" sz="1250" b="0" dirty="0">
                <a:solidFill>
                  <a:srgbClr val="000000"/>
                </a:solidFill>
                <a:latin typeface="Helvetica Neue"/>
              </a:rPr>
              <a:t>If this is slow: storage is the bottleneck — cache processed data or switch to LMDB</a:t>
            </a:r>
          </a:p>
          <a:p>
            <a:pPr marL="285750" indent="-285750">
              <a:buFont typeface="Arial"/>
              <a:buChar char="▸"/>
            </a:pPr>
            <a:r>
              <a:rPr lang="en-US" sz="1250" b="0" dirty="0">
                <a:solidFill>
                  <a:srgbClr val="000000"/>
                </a:solidFill>
                <a:latin typeface="Helvetica Neue"/>
              </a:rPr>
              <a:t>If this is fast: collation or worker communication is slow</a:t>
            </a:r>
          </a:p>
          <a:p>
            <a:pPr marL="0" indent="0">
              <a:buNone/>
            </a:pPr>
            <a:endParaRPr lang="en-US" sz="600" dirty="0"/>
          </a:p>
          <a:p>
            <a:pPr marL="0" indent="0">
              <a:buNone/>
            </a:pPr>
            <a:r>
              <a:rPr lang="en-US" sz="1400" b="1" dirty="0">
                <a:solidFill>
                  <a:srgbClr val="002060"/>
                </a:solidFill>
                <a:latin typeface="Helvetica Neue"/>
              </a:rPr>
              <a:t>Step 4: The Dummy DataLoader Trick</a:t>
            </a:r>
          </a:p>
          <a:p>
            <a:pPr marL="228600" indent="0">
              <a:buNone/>
            </a:pPr>
            <a:r>
              <a:rPr lang="en-US" sz="1050" b="0" i="1" dirty="0">
                <a:solidFill>
                  <a:srgbClr val="1F3864"/>
                </a:solidFill>
                <a:latin typeface="Consolas"/>
              </a:rPr>
              <a:t># Replace your Dataset with a fast in-memory synthetic dataset</a:t>
            </a:r>
          </a:p>
          <a:p>
            <a:pPr marL="228600" indent="0">
              <a:buNone/>
            </a:pPr>
            <a:r>
              <a:rPr lang="en-US" sz="1050" b="0" i="1" dirty="0">
                <a:solidFill>
                  <a:srgbClr val="1F3864"/>
                </a:solidFill>
                <a:latin typeface="Consolas"/>
              </a:rPr>
              <a:t># If training suddenly reaches 95% GPU utilisation, real dataset is the bottleneck</a:t>
            </a:r>
          </a:p>
          <a:p>
            <a:pPr marL="228600" indent="0">
              <a:buNone/>
            </a:pPr>
            <a:r>
              <a:rPr lang="en-US" sz="1050" b="0" i="1" dirty="0">
                <a:solidFill>
                  <a:srgbClr val="1F3864"/>
                </a:solidFill>
                <a:latin typeface="Consolas"/>
              </a:rPr>
              <a:t>class DummyDataset(Dataset):</a:t>
            </a:r>
          </a:p>
          <a:p>
            <a:pPr marL="228600" indent="0">
              <a:buNone/>
            </a:pPr>
            <a:r>
              <a:rPr lang="en-US" sz="1050" b="0" i="1" dirty="0">
                <a:solidFill>
                  <a:srgbClr val="1F3864"/>
                </a:solidFill>
                <a:latin typeface="Consolas"/>
              </a:rPr>
              <a:t>    def __len__(self): return 10000</a:t>
            </a:r>
          </a:p>
          <a:p>
            <a:pPr marL="228600" indent="0">
              <a:buNone/>
            </a:pPr>
            <a:r>
              <a:rPr lang="en-US" sz="1050" b="0" i="1" dirty="0">
                <a:solidFill>
                  <a:srgbClr val="1F3864"/>
                </a:solidFill>
                <a:latin typeface="Consolas"/>
              </a:rPr>
              <a:t>    def __getitem__(self, i):</a:t>
            </a:r>
          </a:p>
          <a:p>
            <a:pPr marL="228600" indent="0">
              <a:buNone/>
            </a:pPr>
            <a:r>
              <a:rPr lang="en-US" sz="1050" b="0" i="1" dirty="0">
                <a:solidFill>
                  <a:srgbClr val="1F3864"/>
                </a:solidFill>
                <a:latin typeface="Consolas"/>
              </a:rPr>
              <a:t>        return torch.randn(3,224,224), torch.tensor(0)</a:t>
            </a:r>
          </a:p>
          <a:p>
            <a:pPr marL="285750" indent="-285750">
              <a:buFont typeface="Arial"/>
              <a:buChar char="▸"/>
            </a:pPr>
            <a:r>
              <a:rPr lang="en-US" sz="1250" b="0" dirty="0">
                <a:solidFill>
                  <a:srgbClr val="000000"/>
                </a:solidFill>
                <a:latin typeface="Helvetica Neue"/>
              </a:rPr>
              <a:t>If dummy dataset makes GPU utilisation jump to 95%: your real dataset processing is the bottleneck</a:t>
            </a:r>
          </a:p>
          <a:p>
            <a:pPr marL="285750" indent="-285750">
              <a:buFont typeface="Arial"/>
              <a:buChar char="▸"/>
            </a:pPr>
            <a:r>
              <a:rPr lang="en-US" sz="1250" b="0" dirty="0">
                <a:solidFill>
                  <a:srgbClr val="000000"/>
                </a:solidFill>
                <a:latin typeface="Helvetica Neue"/>
              </a:rPr>
              <a:t>If dummy dataset still shows low utilisation: model or GPU is the bottleneck</a:t>
            </a:r>
          </a:p>
        </p:txBody>
      </p:sp>
      <p:sp>
        <p:nvSpPr>
          <p:cNvPr id="50" name="Ref"/>
          <p:cNvSpPr txBox="1"/>
          <p:nvPr/>
        </p:nvSpPr>
        <p:spPr>
          <a:xfrm>
            <a:off x="311700" y="4900000"/>
            <a:ext cx="8520600" cy="18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t" anchorCtr="0">
            <a:noAutofit/>
          </a:bodyPr>
          <a:lstStyle/>
          <a:p>
            <a:pPr marL="0" indent="0">
              <a:buNone/>
            </a:pPr>
            <a:r>
              <a:rPr lang="en-US" sz="900" i="1" dirty="0">
                <a:solidFill>
                  <a:srgbClr val="7F7F7F"/>
                </a:solidFill>
                <a:latin typeface="Helvetica Neue"/>
              </a:rPr>
              <a:t>Ref: PyTorch Performance Tuning Guide (pytorch.org/tutorials/recipes/recipes/tuning_guide.html)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G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1"/>
          <p:cNvSpPr/>
          <p:nvPr/>
        </p:nvSpPr>
        <p:spPr>
          <a:xfrm>
            <a:off x="0" y="0"/>
            <a:ext cx="9144000" cy="210172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rtlCol="0" anchor="ctr"/>
          <a:lstStyle/>
          <a:p>
            <a:endParaRPr lang="en-US" sz="1200" dirty="0"/>
          </a:p>
        </p:txBody>
      </p:sp>
      <p:sp>
        <p:nvSpPr>
          <p:cNvPr id="3" name="R2"/>
          <p:cNvSpPr/>
          <p:nvPr/>
        </p:nvSpPr>
        <p:spPr>
          <a:xfrm>
            <a:off x="0" y="5103529"/>
            <a:ext cx="9144000" cy="67092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rtlCol="0" anchor="ctr"/>
          <a:lstStyle/>
          <a:p>
            <a:endParaRPr lang="en-US" sz="500" dirty="0"/>
          </a:p>
        </p:txBody>
      </p:sp>
      <p:sp>
        <p:nvSpPr>
          <p:cNvPr id="100" name="Ttl"/>
          <p:cNvSpPr txBox="1">
            <a:spLocks noGrp="1"/>
          </p:cNvSpPr>
          <p:nvPr>
            <p:ph type="title"/>
          </p:nvPr>
        </p:nvSpPr>
        <p:spPr>
          <a:xfrm>
            <a:off x="311700" y="207100"/>
            <a:ext cx="8520600" cy="555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lvl="0" algn="l"/>
            <a:r>
              <a:rPr lang="en-US" b="1" dirty="0">
                <a:solidFill>
                  <a:schemeClr val="tx1"/>
                </a:solidFill>
              </a:rPr>
              <a:t>Segment 4 Summary: DataLoader &amp; Data Pipeline</a:t>
            </a:r>
          </a:p>
        </p:txBody>
      </p:sp>
      <p:sp>
        <p:nvSpPr>
          <p:cNvPr id="10" name="Body"/>
          <p:cNvSpPr txBox="1"/>
          <p:nvPr/>
        </p:nvSpPr>
        <p:spPr>
          <a:xfrm>
            <a:off x="311700" y="856537"/>
            <a:ext cx="8520600" cy="404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285750" indent="-285750">
              <a:buFont typeface="Arial"/>
              <a:buChar char="✓"/>
            </a:pPr>
            <a:r>
              <a:rPr lang="en-US" sz="1400" dirty="0">
                <a:solidFill>
                  <a:srgbClr val="000000"/>
                </a:solidFill>
                <a:latin typeface="Helvetica Neue"/>
              </a:rPr>
              <a:t>Write a Dataset by subclassing torch.utils.data.Dataset and implementing __len__ and __getitem__. The DataLoader calls these automatically.</a:t>
            </a:r>
          </a:p>
          <a:p>
            <a:pPr marL="0" indent="0">
              <a:buNone/>
            </a:pPr>
            <a:endParaRPr lang="en-US" sz="600" dirty="0"/>
          </a:p>
          <a:p>
            <a:pPr marL="285750" indent="-285750">
              <a:buFont typeface="Arial"/>
              <a:buChar char="✓"/>
            </a:pPr>
            <a:r>
              <a:rPr lang="en-US" sz="1400" dirty="0">
                <a:solidFill>
                  <a:srgbClr val="000000"/>
                </a:solidFill>
                <a:latin typeface="Helvetica Neue"/>
              </a:rPr>
              <a:t>DataLoader key settings: shuffle=True (training), num_workers=4-8, pin_memory=True, persistent_workers=True, drop_last=True. Wrong defaults are the #1 source of accidental poor performance.</a:t>
            </a:r>
          </a:p>
          <a:p>
            <a:pPr marL="0" indent="0">
              <a:buNone/>
            </a:pPr>
            <a:endParaRPr lang="en-US" sz="600" dirty="0"/>
          </a:p>
          <a:p>
            <a:pPr marL="285750" indent="-285750">
              <a:buFont typeface="Arial"/>
              <a:buChar char="✓"/>
            </a:pPr>
            <a:r>
              <a:rPr lang="en-US" sz="1400" dirty="0">
                <a:solidFill>
                  <a:srgbClr val="000000"/>
                </a:solidFill>
                <a:latin typeface="Helvetica Neue"/>
              </a:rPr>
              <a:t>Training transforms add randomness (RandomCrop, Flip, ColorJitter) to reduce overfitting. Validation transforms are deterministic (Resize + CenterCrop + Normalize only).</a:t>
            </a:r>
          </a:p>
          <a:p>
            <a:pPr marL="0" indent="0">
              <a:buNone/>
            </a:pPr>
            <a:endParaRPr lang="en-US" sz="600" dirty="0"/>
          </a:p>
          <a:p>
            <a:pPr marL="285750" indent="-285750">
              <a:buFont typeface="Arial"/>
              <a:buChar char="✓"/>
            </a:pPr>
            <a:r>
              <a:rPr lang="en-US" sz="1400" dirty="0">
                <a:solidFill>
                  <a:srgbClr val="000000"/>
                </a:solidFill>
                <a:latin typeface="Helvetica Neue"/>
              </a:rPr>
              <a:t>Always normalise images with mean and std computed from your training dataset, or use ImageNet statistics [0.485, 0.456, 0.406] when fine-tuning pretrained models.</a:t>
            </a:r>
          </a:p>
          <a:p>
            <a:pPr marL="0" indent="0">
              <a:buNone/>
            </a:pPr>
            <a:endParaRPr lang="en-US" sz="600" dirty="0"/>
          </a:p>
          <a:p>
            <a:pPr marL="285750" indent="-285750">
              <a:buFont typeface="Arial"/>
              <a:buChar char="✓"/>
            </a:pPr>
            <a:r>
              <a:rPr lang="en-US" sz="1400" dirty="0">
                <a:solidFill>
                  <a:srgbClr val="000000"/>
                </a:solidFill>
                <a:latin typeface="Helvetica Neue"/>
              </a:rPr>
              <a:t>GPU SM% oscillation (0% to 95%) indicates DataLoader starvation. Fix by increasing num_workers. Use the dummy dataset trick to isolate whether dataset loading or GPU compute is the bottleneck.</a:t>
            </a:r>
          </a:p>
          <a:p>
            <a:pPr marL="0" indent="0">
              <a:buNone/>
            </a:pPr>
            <a:endParaRPr lang="en-US" sz="6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G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1"/>
          <p:cNvSpPr/>
          <p:nvPr/>
        </p:nvSpPr>
        <p:spPr>
          <a:xfrm>
            <a:off x="0" y="0"/>
            <a:ext cx="9144000" cy="210172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rtlCol="0" anchor="ctr"/>
          <a:lstStyle/>
          <a:p>
            <a:endParaRPr lang="en-US" sz="1200" dirty="0"/>
          </a:p>
        </p:txBody>
      </p:sp>
      <p:sp>
        <p:nvSpPr>
          <p:cNvPr id="3" name="R2"/>
          <p:cNvSpPr/>
          <p:nvPr/>
        </p:nvSpPr>
        <p:spPr>
          <a:xfrm>
            <a:off x="0" y="5103529"/>
            <a:ext cx="9144000" cy="67092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rtlCol="0" anchor="ctr"/>
          <a:lstStyle/>
          <a:p>
            <a:endParaRPr lang="en-US" sz="500" dirty="0"/>
          </a:p>
        </p:txBody>
      </p:sp>
      <p:sp>
        <p:nvSpPr>
          <p:cNvPr id="109" name="Ttl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 fontScale="9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100" b="1" dirty="0">
                <a:solidFill>
                  <a:schemeClr val="tx1"/>
                </a:solidFill>
              </a:rPr>
              <a:t>Segment 5: First Steps in Performance — AMP, torch.compile &amp; Key Practices</a:t>
            </a:r>
          </a:p>
          <a:p>
            <a:pPr lvl="0"/>
            <a:r>
              <a:rPr lang="en-US" b="0" dirty="0">
                <a:solidFill>
                  <a:schemeClr val="tx1"/>
                </a:solidFill>
              </a:rPr>
              <a:t>The minimum set of optimisations every PyTorch practitioner must apply before going deeper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G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1"/>
          <p:cNvSpPr/>
          <p:nvPr/>
        </p:nvSpPr>
        <p:spPr>
          <a:xfrm>
            <a:off x="0" y="0"/>
            <a:ext cx="9144000" cy="210172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rtlCol="0" anchor="ctr"/>
          <a:lstStyle/>
          <a:p>
            <a:endParaRPr lang="en-US" sz="1200" dirty="0"/>
          </a:p>
        </p:txBody>
      </p:sp>
      <p:sp>
        <p:nvSpPr>
          <p:cNvPr id="3" name="R2"/>
          <p:cNvSpPr/>
          <p:nvPr/>
        </p:nvSpPr>
        <p:spPr>
          <a:xfrm>
            <a:off x="0" y="5103529"/>
            <a:ext cx="9144000" cy="67092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rtlCol="0" anchor="ctr"/>
          <a:lstStyle/>
          <a:p>
            <a:endParaRPr lang="en-US" sz="500" dirty="0"/>
          </a:p>
        </p:txBody>
      </p:sp>
      <p:sp>
        <p:nvSpPr>
          <p:cNvPr id="100" name="Ttl"/>
          <p:cNvSpPr txBox="1">
            <a:spLocks noGrp="1"/>
          </p:cNvSpPr>
          <p:nvPr>
            <p:ph type="title"/>
          </p:nvPr>
        </p:nvSpPr>
        <p:spPr>
          <a:xfrm>
            <a:off x="311700" y="207100"/>
            <a:ext cx="8520600" cy="555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lvl="0" algn="l"/>
            <a:r>
              <a:rPr lang="en-US" b="1" dirty="0">
                <a:solidFill>
                  <a:schemeClr val="tx1"/>
                </a:solidFill>
              </a:rPr>
              <a:t>Learning Objectives — Segment 5</a:t>
            </a:r>
          </a:p>
        </p:txBody>
      </p:sp>
      <p:sp>
        <p:nvSpPr>
          <p:cNvPr id="202" name="N1"/>
          <p:cNvSpPr txBox="1"/>
          <p:nvPr/>
        </p:nvSpPr>
        <p:spPr>
          <a:xfrm>
            <a:off x="366025" y="1149552"/>
            <a:ext cx="371100" cy="35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b="1" dirty="0">
                <a:solidFill>
                  <a:srgbClr val="002060"/>
                </a:solidFill>
                <a:latin typeface="Helvetica Neue"/>
              </a:rPr>
              <a:t>01</a:t>
            </a:r>
          </a:p>
        </p:txBody>
      </p:sp>
      <p:sp>
        <p:nvSpPr>
          <p:cNvPr id="203" name="T1"/>
          <p:cNvSpPr txBox="1"/>
          <p:nvPr/>
        </p:nvSpPr>
        <p:spPr>
          <a:xfrm>
            <a:off x="824742" y="1149552"/>
            <a:ext cx="8000000" cy="35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lvl="0"/>
            <a:r>
              <a:rPr lang="en-US" sz="1500" dirty="0">
                <a:solidFill>
                  <a:schemeClr val="tx1"/>
                </a:solidFill>
                <a:latin typeface="Helvetica Neue"/>
              </a:rPr>
              <a:t>Apply Automatic Mixed Precision (AMP) training with torch.cuda.amp.autocast and GradScaler in one code change</a:t>
            </a:r>
          </a:p>
        </p:txBody>
      </p:sp>
      <p:sp>
        <p:nvSpPr>
          <p:cNvPr id="204" name="N2"/>
          <p:cNvSpPr txBox="1"/>
          <p:nvPr/>
        </p:nvSpPr>
        <p:spPr>
          <a:xfrm>
            <a:off x="366025" y="1590779"/>
            <a:ext cx="371100" cy="35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b="1" dirty="0">
                <a:solidFill>
                  <a:srgbClr val="002060"/>
                </a:solidFill>
                <a:latin typeface="Helvetica Neue"/>
              </a:rPr>
              <a:t>02</a:t>
            </a:r>
          </a:p>
        </p:txBody>
      </p:sp>
      <p:sp>
        <p:nvSpPr>
          <p:cNvPr id="205" name="T2"/>
          <p:cNvSpPr txBox="1"/>
          <p:nvPr/>
        </p:nvSpPr>
        <p:spPr>
          <a:xfrm>
            <a:off x="824742" y="1590779"/>
            <a:ext cx="8000000" cy="35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lvl="0"/>
            <a:r>
              <a:rPr lang="en-US" sz="1500" dirty="0">
                <a:solidFill>
                  <a:schemeClr val="tx1"/>
                </a:solidFill>
                <a:latin typeface="Helvetica Neue"/>
              </a:rPr>
              <a:t>Enable torch.compile with a single line and understand what it does at a conceptual level</a:t>
            </a:r>
          </a:p>
        </p:txBody>
      </p:sp>
      <p:sp>
        <p:nvSpPr>
          <p:cNvPr id="206" name="N3"/>
          <p:cNvSpPr txBox="1"/>
          <p:nvPr/>
        </p:nvSpPr>
        <p:spPr>
          <a:xfrm>
            <a:off x="366025" y="2032006"/>
            <a:ext cx="371100" cy="35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b="1" dirty="0">
                <a:solidFill>
                  <a:srgbClr val="002060"/>
                </a:solidFill>
                <a:latin typeface="Helvetica Neue"/>
              </a:rPr>
              <a:t>03</a:t>
            </a:r>
          </a:p>
        </p:txBody>
      </p:sp>
      <p:sp>
        <p:nvSpPr>
          <p:cNvPr id="207" name="T3"/>
          <p:cNvSpPr txBox="1"/>
          <p:nvPr/>
        </p:nvSpPr>
        <p:spPr>
          <a:xfrm>
            <a:off x="824742" y="2032006"/>
            <a:ext cx="8000000" cy="35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lvl="0"/>
            <a:r>
              <a:rPr lang="en-US" sz="1500" dirty="0">
                <a:solidFill>
                  <a:schemeClr val="tx1"/>
                </a:solidFill>
                <a:latin typeface="Helvetica Neue"/>
              </a:rPr>
              <a:t>Apply torch.backends.cuda.matmul.allow_tf32 and related flags for additional speed on Ampere+ GPUs</a:t>
            </a:r>
          </a:p>
        </p:txBody>
      </p:sp>
      <p:sp>
        <p:nvSpPr>
          <p:cNvPr id="208" name="N4"/>
          <p:cNvSpPr txBox="1"/>
          <p:nvPr/>
        </p:nvSpPr>
        <p:spPr>
          <a:xfrm>
            <a:off x="366025" y="2473233"/>
            <a:ext cx="371100" cy="35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b="1" dirty="0">
                <a:solidFill>
                  <a:srgbClr val="002060"/>
                </a:solidFill>
                <a:latin typeface="Helvetica Neue"/>
              </a:rPr>
              <a:t>04</a:t>
            </a:r>
          </a:p>
        </p:txBody>
      </p:sp>
      <p:sp>
        <p:nvSpPr>
          <p:cNvPr id="209" name="T4"/>
          <p:cNvSpPr txBox="1"/>
          <p:nvPr/>
        </p:nvSpPr>
        <p:spPr>
          <a:xfrm>
            <a:off x="824742" y="2473233"/>
            <a:ext cx="8000000" cy="35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lvl="0"/>
            <a:r>
              <a:rPr lang="en-US" sz="1500" dirty="0">
                <a:solidFill>
                  <a:schemeClr val="tx1"/>
                </a:solidFill>
                <a:latin typeface="Helvetica Neue"/>
              </a:rPr>
              <a:t>Measure the combined speedup of AMP + compile vs baseline FP32 eager training</a:t>
            </a:r>
          </a:p>
        </p:txBody>
      </p:sp>
      <p:sp>
        <p:nvSpPr>
          <p:cNvPr id="210" name="N5"/>
          <p:cNvSpPr txBox="1"/>
          <p:nvPr/>
        </p:nvSpPr>
        <p:spPr>
          <a:xfrm>
            <a:off x="366025" y="2914460"/>
            <a:ext cx="371100" cy="35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b="1" dirty="0">
                <a:solidFill>
                  <a:srgbClr val="002060"/>
                </a:solidFill>
                <a:latin typeface="Helvetica Neue"/>
              </a:rPr>
              <a:t>05</a:t>
            </a:r>
          </a:p>
        </p:txBody>
      </p:sp>
      <p:sp>
        <p:nvSpPr>
          <p:cNvPr id="211" name="T5"/>
          <p:cNvSpPr txBox="1"/>
          <p:nvPr/>
        </p:nvSpPr>
        <p:spPr>
          <a:xfrm>
            <a:off x="824742" y="2914460"/>
            <a:ext cx="8000000" cy="35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lvl="0"/>
            <a:r>
              <a:rPr lang="en-US" sz="1500" dirty="0">
                <a:solidFill>
                  <a:schemeClr val="tx1"/>
                </a:solidFill>
                <a:latin typeface="Helvetica Neue"/>
              </a:rPr>
              <a:t>Identify the six most common PyTorch performance mistakes and apply the corresponding fix for each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G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1"/>
          <p:cNvSpPr/>
          <p:nvPr/>
        </p:nvSpPr>
        <p:spPr>
          <a:xfrm>
            <a:off x="0" y="0"/>
            <a:ext cx="9144000" cy="210172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rtlCol="0" anchor="ctr"/>
          <a:lstStyle/>
          <a:p>
            <a:endParaRPr lang="en-US" sz="1200" dirty="0"/>
          </a:p>
        </p:txBody>
      </p:sp>
      <p:sp>
        <p:nvSpPr>
          <p:cNvPr id="3" name="R2"/>
          <p:cNvSpPr/>
          <p:nvPr/>
        </p:nvSpPr>
        <p:spPr>
          <a:xfrm>
            <a:off x="0" y="5103529"/>
            <a:ext cx="9144000" cy="67092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rtlCol="0" anchor="ctr"/>
          <a:lstStyle/>
          <a:p>
            <a:endParaRPr lang="en-US" sz="500" dirty="0"/>
          </a:p>
        </p:txBody>
      </p:sp>
      <p:sp>
        <p:nvSpPr>
          <p:cNvPr id="100" name="Ttl"/>
          <p:cNvSpPr txBox="1">
            <a:spLocks noGrp="1"/>
          </p:cNvSpPr>
          <p:nvPr>
            <p:ph type="title"/>
          </p:nvPr>
        </p:nvSpPr>
        <p:spPr>
          <a:xfrm>
            <a:off x="311700" y="207100"/>
            <a:ext cx="8520600" cy="555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 algn="l"/>
            <a:r>
              <a:rPr lang="en-US" sz="2000" b="1" dirty="0">
                <a:solidFill>
                  <a:schemeClr val="tx1"/>
                </a:solidFill>
              </a:rPr>
              <a:t>Automatic Mixed Precision (AMP): The Easiest 2x Speedup</a:t>
            </a:r>
          </a:p>
        </p:txBody>
      </p:sp>
      <p:sp>
        <p:nvSpPr>
          <p:cNvPr id="10" name="L"/>
          <p:cNvSpPr txBox="1"/>
          <p:nvPr/>
        </p:nvSpPr>
        <p:spPr>
          <a:xfrm>
            <a:off x="315850" y="729436"/>
            <a:ext cx="4180000" cy="4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85000" lnSpcReduction="20000"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002060"/>
                </a:solidFill>
                <a:latin typeface="Helvetica Neue"/>
              </a:rPr>
              <a:t>What is Mixed Precision?</a:t>
            </a:r>
          </a:p>
          <a:p>
            <a:pPr marL="285750" indent="-285750">
              <a:buFont typeface="Arial"/>
              <a:buChar char="▸"/>
            </a:pPr>
            <a:r>
              <a:rPr lang="en-US" sz="1250" b="0" dirty="0">
                <a:solidFill>
                  <a:srgbClr val="000000"/>
                </a:solidFill>
                <a:latin typeface="Helvetica Neue"/>
              </a:rPr>
              <a:t>FP32 (single precision): 32 bits per number — default in PyTorch, numerically stable</a:t>
            </a:r>
          </a:p>
          <a:p>
            <a:pPr marL="285750" indent="-285750">
              <a:buFont typeface="Arial"/>
              <a:buChar char="▸"/>
            </a:pPr>
            <a:r>
              <a:rPr lang="en-US" sz="1250" b="0" dirty="0">
                <a:solidFill>
                  <a:srgbClr val="000000"/>
                </a:solidFill>
                <a:latin typeface="Helvetica Neue"/>
              </a:rPr>
              <a:t>FP16 (half precision): 16 bits — 2x less memory, 2x faster on Tensor Cores</a:t>
            </a:r>
          </a:p>
          <a:p>
            <a:pPr marL="285750" indent="-285750">
              <a:buFont typeface="Arial"/>
              <a:buChar char="▸"/>
            </a:pPr>
            <a:r>
              <a:rPr lang="en-US" sz="1250" b="0" dirty="0">
                <a:solidFill>
                  <a:srgbClr val="000000"/>
                </a:solidFill>
                <a:latin typeface="Helvetica Neue"/>
              </a:rPr>
              <a:t>BF16 (bfloat16): 16 bits with wider dynamic range than FP16 — safer for training</a:t>
            </a:r>
          </a:p>
          <a:p>
            <a:pPr marL="285750" indent="-285750">
              <a:buFont typeface="Arial"/>
              <a:buChar char="▸"/>
            </a:pPr>
            <a:r>
              <a:rPr lang="en-US" sz="1250" b="0" dirty="0">
                <a:solidFill>
                  <a:srgbClr val="000000"/>
                </a:solidFill>
                <a:latin typeface="Helvetica Neue"/>
              </a:rPr>
              <a:t>Mixed: model weights stored in FP32 (master copy); forward + backward computed in BF16/FP16 using Tensor Cores</a:t>
            </a:r>
          </a:p>
          <a:p>
            <a:pPr marL="285750" indent="-285750">
              <a:buFont typeface="Arial"/>
              <a:buChar char="▸"/>
            </a:pPr>
            <a:r>
              <a:rPr lang="en-US" sz="1250" b="0" dirty="0">
                <a:solidFill>
                  <a:srgbClr val="000000"/>
                </a:solidFill>
                <a:latin typeface="Helvetica Neue"/>
              </a:rPr>
              <a:t>Result: ~2x speedup, ~2x less VRAM, same model accuracy (with loss scaling)</a:t>
            </a:r>
          </a:p>
          <a:p>
            <a:pPr marL="0" indent="0">
              <a:buNone/>
            </a:pPr>
            <a:endParaRPr lang="en-US" sz="600" dirty="0"/>
          </a:p>
          <a:p>
            <a:pPr marL="0" indent="0">
              <a:buNone/>
            </a:pPr>
            <a:r>
              <a:rPr lang="en-US" sz="1400" b="1" dirty="0">
                <a:solidFill>
                  <a:srgbClr val="002060"/>
                </a:solidFill>
                <a:latin typeface="Helvetica Neue"/>
              </a:rPr>
              <a:t>Why Not Always Use FP16?</a:t>
            </a:r>
          </a:p>
          <a:p>
            <a:pPr marL="285750" indent="-285750">
              <a:buFont typeface="Arial"/>
              <a:buChar char="▸"/>
            </a:pPr>
            <a:r>
              <a:rPr lang="en-US" sz="1250" b="0" dirty="0">
                <a:solidFill>
                  <a:srgbClr val="000000"/>
                </a:solidFill>
                <a:latin typeface="Helvetica Neue"/>
              </a:rPr>
              <a:t>FP16 has a narrow dynamic range: very large or very small gradients become Inf or 0</a:t>
            </a:r>
          </a:p>
          <a:p>
            <a:pPr marL="285750" indent="-285750">
              <a:buFont typeface="Arial"/>
              <a:buChar char="▸"/>
            </a:pPr>
            <a:r>
              <a:rPr lang="en-US" sz="1250" b="0" dirty="0">
                <a:solidFill>
                  <a:srgbClr val="000000"/>
                </a:solidFill>
                <a:latin typeface="Helvetica Neue"/>
              </a:rPr>
              <a:t>Loss scaling: multiply loss by a large scale factor before backward; divide gradients after step</a:t>
            </a:r>
          </a:p>
          <a:p>
            <a:pPr marL="285750" indent="-285750">
              <a:buFont typeface="Arial"/>
              <a:buChar char="▸"/>
            </a:pPr>
            <a:r>
              <a:rPr lang="en-US" sz="1250" b="0" dirty="0">
                <a:solidFill>
                  <a:srgbClr val="000000"/>
                </a:solidFill>
                <a:latin typeface="Helvetica Neue"/>
              </a:rPr>
              <a:t>GradScaler automates this: adjusts scale factor automatically based on gradient overflow detection</a:t>
            </a:r>
          </a:p>
          <a:p>
            <a:pPr marL="285750" indent="-285750">
              <a:buFont typeface="Arial"/>
              <a:buChar char="▸"/>
            </a:pPr>
            <a:r>
              <a:rPr lang="en-US" sz="1250" b="0" dirty="0">
                <a:solidFill>
                  <a:srgbClr val="000000"/>
                </a:solidFill>
                <a:latin typeface="Helvetica Neue"/>
              </a:rPr>
              <a:t>BF16: same number of bits as FP16 but same dynamic range as FP32 — no loss scaling needed</a:t>
            </a:r>
          </a:p>
          <a:p>
            <a:pPr marL="285750" indent="-285750">
              <a:buFont typeface="Arial"/>
              <a:buChar char="▸"/>
            </a:pPr>
            <a:r>
              <a:rPr lang="en-US" sz="1250" b="0" dirty="0">
                <a:solidFill>
                  <a:srgbClr val="000000"/>
                </a:solidFill>
                <a:latin typeface="Helvetica Neue"/>
              </a:rPr>
              <a:t>Recommendation: use BF16 on Ampere (A100) and newer; use FP16 + GradScaler on older GPUs (V100)</a:t>
            </a:r>
          </a:p>
          <a:p>
            <a:pPr marL="0" indent="0">
              <a:buNone/>
            </a:pPr>
            <a:endParaRPr lang="en-US" sz="600" dirty="0"/>
          </a:p>
          <a:p>
            <a:pPr marL="0" indent="0">
              <a:buNone/>
            </a:pPr>
            <a:r>
              <a:rPr lang="en-US" sz="1400" b="1" dirty="0">
                <a:solidFill>
                  <a:srgbClr val="002060"/>
                </a:solidFill>
                <a:latin typeface="Helvetica Neue"/>
              </a:rPr>
              <a:t>Performance Impact</a:t>
            </a:r>
          </a:p>
          <a:p>
            <a:pPr marL="0" indent="0">
              <a:buNone/>
            </a:pPr>
            <a:r>
              <a:rPr lang="en-US" sz="1100" b="0" i="1" dirty="0">
                <a:solidFill>
                  <a:srgbClr val="434343"/>
                </a:solidFill>
                <a:latin typeface="Helvetica Neue"/>
              </a:rPr>
              <a:t>  Operation        FP32 TFLOPS    BF16 TFLOPS   Speedup</a:t>
            </a:r>
          </a:p>
          <a:p>
            <a:pPr marL="0" indent="0">
              <a:buNone/>
            </a:pPr>
            <a:r>
              <a:rPr lang="en-US" sz="1100" b="0" i="1" dirty="0">
                <a:solidFill>
                  <a:srgbClr val="434343"/>
                </a:solidFill>
                <a:latin typeface="Helvetica Neue"/>
              </a:rPr>
              <a:t>  A100 SXM4           312            624          2.0x</a:t>
            </a:r>
          </a:p>
          <a:p>
            <a:pPr marL="0" indent="0">
              <a:buNone/>
            </a:pPr>
            <a:r>
              <a:rPr lang="en-US" sz="1100" b="0" i="1" dirty="0">
                <a:solidFill>
                  <a:srgbClr val="434343"/>
                </a:solidFill>
                <a:latin typeface="Helvetica Neue"/>
              </a:rPr>
              <a:t>  H100 SXM5           989           1979          2.0x</a:t>
            </a:r>
          </a:p>
          <a:p>
            <a:pPr marL="0" indent="0">
              <a:buNone/>
            </a:pPr>
            <a:r>
              <a:rPr lang="en-US" sz="1100" b="0" i="1" dirty="0">
                <a:solidFill>
                  <a:srgbClr val="434343"/>
                </a:solidFill>
                <a:latin typeface="Helvetica Neue"/>
              </a:rPr>
              <a:t>  The 2x comes from Tensor Cores: designed for half-precision matrix multiply</a:t>
            </a:r>
          </a:p>
        </p:txBody>
      </p:sp>
      <p:sp>
        <p:nvSpPr>
          <p:cNvPr id="11" name="R"/>
          <p:cNvSpPr txBox="1"/>
          <p:nvPr/>
        </p:nvSpPr>
        <p:spPr>
          <a:xfrm>
            <a:off x="4655850" y="712954"/>
            <a:ext cx="4180600" cy="4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2500" lnSpcReduction="20000"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002060"/>
                </a:solidFill>
                <a:latin typeface="Helvetica Neue"/>
              </a:rPr>
              <a:t>AMP Implementation — 3 Lines</a:t>
            </a:r>
          </a:p>
          <a:p>
            <a:pPr marL="228600" indent="0">
              <a:buNone/>
            </a:pPr>
            <a:r>
              <a:rPr lang="en-US" sz="1050" b="0" i="1" dirty="0">
                <a:solidFill>
                  <a:srgbClr val="1F3864"/>
                </a:solidFill>
                <a:latin typeface="Consolas"/>
              </a:rPr>
              <a:t>from torch.cuda.amp import autocast, GradScaler</a:t>
            </a:r>
          </a:p>
          <a:p>
            <a:pPr marL="228600" indent="0">
              <a:buNone/>
            </a:pPr>
            <a:endParaRPr lang="en-US" sz="1050" b="0" i="1" dirty="0">
              <a:solidFill>
                <a:srgbClr val="1F3864"/>
              </a:solidFill>
              <a:latin typeface="Consolas"/>
            </a:endParaRPr>
          </a:p>
          <a:p>
            <a:pPr marL="228600" indent="0">
              <a:buNone/>
            </a:pPr>
            <a:r>
              <a:rPr lang="en-US" sz="1050" b="0" i="1" dirty="0">
                <a:solidFill>
                  <a:srgbClr val="1F3864"/>
                </a:solidFill>
                <a:latin typeface="Consolas"/>
              </a:rPr>
              <a:t>scaler = GradScaler()  # manages loss scaling</a:t>
            </a:r>
          </a:p>
          <a:p>
            <a:pPr marL="228600" indent="0">
              <a:buNone/>
            </a:pPr>
            <a:endParaRPr lang="en-US" sz="1050" b="0" i="1" dirty="0">
              <a:solidFill>
                <a:srgbClr val="1F3864"/>
              </a:solidFill>
              <a:latin typeface="Consolas"/>
            </a:endParaRPr>
          </a:p>
          <a:p>
            <a:pPr marL="228600" indent="0">
              <a:buNone/>
            </a:pPr>
            <a:r>
              <a:rPr lang="en-US" sz="1050" b="0" i="1" dirty="0">
                <a:solidFill>
                  <a:srgbClr val="1F3864"/>
                </a:solidFill>
                <a:latin typeface="Consolas"/>
              </a:rPr>
              <a:t>for x, y in loader:</a:t>
            </a:r>
          </a:p>
          <a:p>
            <a:pPr marL="228600" indent="0">
              <a:buNone/>
            </a:pPr>
            <a:r>
              <a:rPr lang="en-US" sz="1050" b="0" i="1" dirty="0">
                <a:solidFill>
                  <a:srgbClr val="1F3864"/>
                </a:solidFill>
                <a:latin typeface="Consolas"/>
              </a:rPr>
              <a:t>    x, y = x.to(device), y.to(device)</a:t>
            </a:r>
          </a:p>
          <a:p>
            <a:pPr marL="228600" indent="0">
              <a:buNone/>
            </a:pPr>
            <a:r>
              <a:rPr lang="en-US" sz="1050" b="0" i="1" dirty="0">
                <a:solidFill>
                  <a:srgbClr val="1F3864"/>
                </a:solidFill>
                <a:latin typeface="Consolas"/>
              </a:rPr>
              <a:t>    optimizer.zero_grad()</a:t>
            </a:r>
          </a:p>
          <a:p>
            <a:pPr marL="228600" indent="0">
              <a:buNone/>
            </a:pPr>
            <a:endParaRPr lang="en-US" sz="1050" b="0" i="1" dirty="0">
              <a:solidFill>
                <a:srgbClr val="1F3864"/>
              </a:solidFill>
              <a:latin typeface="Consolas"/>
            </a:endParaRPr>
          </a:p>
          <a:p>
            <a:pPr marL="228600" indent="0">
              <a:buNone/>
            </a:pPr>
            <a:r>
              <a:rPr lang="en-US" sz="1050" b="0" i="1" dirty="0">
                <a:solidFill>
                  <a:srgbClr val="1F3864"/>
                </a:solidFill>
                <a:latin typeface="Consolas"/>
              </a:rPr>
              <a:t>    # 1. autocast: runs forward in BF16</a:t>
            </a:r>
          </a:p>
          <a:p>
            <a:pPr marL="228600" indent="0">
              <a:buNone/>
            </a:pPr>
            <a:r>
              <a:rPr lang="en-US" sz="1050" b="0" i="1" dirty="0">
                <a:solidFill>
                  <a:srgbClr val="1F3864"/>
                </a:solidFill>
                <a:latin typeface="Consolas"/>
              </a:rPr>
              <a:t>    with autocast(dtype=torch.bfloat16):</a:t>
            </a:r>
          </a:p>
          <a:p>
            <a:pPr marL="228600" indent="0">
              <a:buNone/>
            </a:pPr>
            <a:r>
              <a:rPr lang="en-US" sz="1050" b="0" i="1" dirty="0">
                <a:solidFill>
                  <a:srgbClr val="1F3864"/>
                </a:solidFill>
                <a:latin typeface="Consolas"/>
              </a:rPr>
              <a:t>        logits = model(x)</a:t>
            </a:r>
          </a:p>
          <a:p>
            <a:pPr marL="228600" indent="0">
              <a:buNone/>
            </a:pPr>
            <a:r>
              <a:rPr lang="en-US" sz="1050" b="0" i="1" dirty="0">
                <a:solidFill>
                  <a:srgbClr val="1F3864"/>
                </a:solidFill>
                <a:latin typeface="Consolas"/>
              </a:rPr>
              <a:t>        loss   = criterion(logits, y)</a:t>
            </a:r>
          </a:p>
          <a:p>
            <a:pPr marL="228600" indent="0">
              <a:buNone/>
            </a:pPr>
            <a:endParaRPr lang="en-US" sz="1050" b="0" i="1" dirty="0">
              <a:solidFill>
                <a:srgbClr val="1F3864"/>
              </a:solidFill>
              <a:latin typeface="Consolas"/>
            </a:endParaRPr>
          </a:p>
          <a:p>
            <a:pPr marL="228600" indent="0">
              <a:buNone/>
            </a:pPr>
            <a:r>
              <a:rPr lang="en-US" sz="1050" b="0" i="1" dirty="0">
                <a:solidFill>
                  <a:srgbClr val="1F3864"/>
                </a:solidFill>
                <a:latin typeface="Consolas"/>
              </a:rPr>
              <a:t>    # 2. scaler.scale: multiplies loss by scale factor</a:t>
            </a:r>
          </a:p>
          <a:p>
            <a:pPr marL="228600" indent="0">
              <a:buNone/>
            </a:pPr>
            <a:r>
              <a:rPr lang="en-US" sz="1050" b="0" i="1" dirty="0">
                <a:solidFill>
                  <a:srgbClr val="1F3864"/>
                </a:solidFill>
                <a:latin typeface="Consolas"/>
              </a:rPr>
              <a:t>    scaler.scale(loss).backward()</a:t>
            </a:r>
          </a:p>
          <a:p>
            <a:pPr marL="228600" indent="0">
              <a:buNone/>
            </a:pPr>
            <a:endParaRPr lang="en-US" sz="1050" b="0" i="1" dirty="0">
              <a:solidFill>
                <a:srgbClr val="1F3864"/>
              </a:solidFill>
              <a:latin typeface="Consolas"/>
            </a:endParaRPr>
          </a:p>
          <a:p>
            <a:pPr marL="228600" indent="0">
              <a:buNone/>
            </a:pPr>
            <a:r>
              <a:rPr lang="en-US" sz="1050" b="0" i="1" dirty="0">
                <a:solidFill>
                  <a:srgbClr val="1F3864"/>
                </a:solidFill>
                <a:latin typeface="Consolas"/>
              </a:rPr>
              <a:t>    # 3. scaler.step: unscales grads, checks for Inf/NaN</a:t>
            </a:r>
          </a:p>
          <a:p>
            <a:pPr marL="228600" indent="0">
              <a:buNone/>
            </a:pPr>
            <a:r>
              <a:rPr lang="en-US" sz="1050" b="0" i="1" dirty="0">
                <a:solidFill>
                  <a:srgbClr val="1F3864"/>
                </a:solidFill>
                <a:latin typeface="Consolas"/>
              </a:rPr>
              <a:t>    scaler.step(optimizer)</a:t>
            </a:r>
          </a:p>
          <a:p>
            <a:pPr marL="228600" indent="0">
              <a:buNone/>
            </a:pPr>
            <a:r>
              <a:rPr lang="en-US" sz="1050" b="0" i="1" dirty="0">
                <a:solidFill>
                  <a:srgbClr val="1F3864"/>
                </a:solidFill>
                <a:latin typeface="Consolas"/>
              </a:rPr>
              <a:t>    scaler.update()  # adjust scale factor</a:t>
            </a:r>
          </a:p>
          <a:p>
            <a:pPr marL="0" indent="0">
              <a:buNone/>
            </a:pPr>
            <a:endParaRPr lang="en-US" sz="600" dirty="0"/>
          </a:p>
          <a:p>
            <a:pPr marL="0" indent="0">
              <a:buNone/>
            </a:pPr>
            <a:r>
              <a:rPr lang="en-US" sz="1400" b="1" dirty="0">
                <a:solidFill>
                  <a:srgbClr val="002060"/>
                </a:solidFill>
                <a:latin typeface="Helvetica Neue"/>
              </a:rPr>
              <a:t>BF16 Shortcut (PyTorch 2.0+ on A100/H100)</a:t>
            </a:r>
          </a:p>
          <a:p>
            <a:pPr marL="228600" indent="0">
              <a:buNone/>
            </a:pPr>
            <a:r>
              <a:rPr lang="en-US" sz="1050" b="0" i="1" dirty="0">
                <a:solidFill>
                  <a:srgbClr val="1F3864"/>
                </a:solidFill>
                <a:latin typeface="Consolas"/>
              </a:rPr>
              <a:t>with autocast(dtype=torch.bfloat16):</a:t>
            </a:r>
          </a:p>
          <a:p>
            <a:pPr marL="228600" indent="0">
              <a:buNone/>
            </a:pPr>
            <a:r>
              <a:rPr lang="en-US" sz="1050" b="0" i="1" dirty="0">
                <a:solidFill>
                  <a:srgbClr val="1F3864"/>
                </a:solidFill>
                <a:latin typeface="Consolas"/>
              </a:rPr>
              <a:t>    ...</a:t>
            </a:r>
          </a:p>
          <a:p>
            <a:pPr marL="228600" indent="0">
              <a:buNone/>
            </a:pPr>
            <a:r>
              <a:rPr lang="en-US" sz="1050" b="0" i="1" dirty="0">
                <a:solidFill>
                  <a:srgbClr val="1F3864"/>
                </a:solidFill>
                <a:latin typeface="Consolas"/>
              </a:rPr>
              <a:t>loss.backward()      # no scaler needed for BF16!</a:t>
            </a:r>
          </a:p>
          <a:p>
            <a:pPr marL="228600" indent="0">
              <a:buNone/>
            </a:pPr>
            <a:r>
              <a:rPr lang="en-US" sz="1050" b="0" i="1" dirty="0">
                <a:solidFill>
                  <a:srgbClr val="1F3864"/>
                </a:solidFill>
                <a:latin typeface="Consolas"/>
              </a:rPr>
              <a:t>optimizer.step()</a:t>
            </a:r>
          </a:p>
          <a:p>
            <a:pPr marL="285750" indent="-285750">
              <a:buFont typeface="Arial"/>
              <a:buChar char="▸"/>
            </a:pPr>
            <a:r>
              <a:rPr lang="en-US" sz="1250" b="0" dirty="0">
                <a:solidFill>
                  <a:srgbClr val="000000"/>
                </a:solidFill>
                <a:latin typeface="Helvetica Neue"/>
              </a:rPr>
              <a:t>BF16 + A100: skip GradScaler entirely — it is not needed</a:t>
            </a:r>
          </a:p>
        </p:txBody>
      </p:sp>
      <p:sp>
        <p:nvSpPr>
          <p:cNvPr id="50" name="Ref"/>
          <p:cNvSpPr txBox="1"/>
          <p:nvPr/>
        </p:nvSpPr>
        <p:spPr>
          <a:xfrm>
            <a:off x="311700" y="4900000"/>
            <a:ext cx="8520600" cy="18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t" anchorCtr="0">
            <a:noAutofit/>
          </a:bodyPr>
          <a:lstStyle/>
          <a:p>
            <a:pPr marL="0" indent="0">
              <a:buNone/>
            </a:pPr>
            <a:r>
              <a:rPr lang="en-US" sz="900" i="1" dirty="0">
                <a:solidFill>
                  <a:srgbClr val="7F7F7F"/>
                </a:solidFill>
                <a:latin typeface="Helvetica Neue"/>
              </a:rPr>
              <a:t>Ref: Micikevicius et al., Mixed Precision Training, ICLR 2018; PyTorch AMP Documentation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G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1"/>
          <p:cNvSpPr/>
          <p:nvPr/>
        </p:nvSpPr>
        <p:spPr>
          <a:xfrm>
            <a:off x="0" y="0"/>
            <a:ext cx="9144000" cy="210172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rtlCol="0" anchor="ctr"/>
          <a:lstStyle/>
          <a:p>
            <a:endParaRPr lang="en-US" sz="1200" dirty="0"/>
          </a:p>
        </p:txBody>
      </p:sp>
      <p:sp>
        <p:nvSpPr>
          <p:cNvPr id="3" name="R2"/>
          <p:cNvSpPr/>
          <p:nvPr/>
        </p:nvSpPr>
        <p:spPr>
          <a:xfrm>
            <a:off x="0" y="5103529"/>
            <a:ext cx="9144000" cy="67092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rtlCol="0" anchor="ctr"/>
          <a:lstStyle/>
          <a:p>
            <a:endParaRPr lang="en-US" sz="500" dirty="0"/>
          </a:p>
        </p:txBody>
      </p:sp>
      <p:sp>
        <p:nvSpPr>
          <p:cNvPr id="100" name="Ttl"/>
          <p:cNvSpPr txBox="1">
            <a:spLocks noGrp="1"/>
          </p:cNvSpPr>
          <p:nvPr>
            <p:ph type="title"/>
          </p:nvPr>
        </p:nvSpPr>
        <p:spPr>
          <a:xfrm>
            <a:off x="311700" y="207100"/>
            <a:ext cx="8520600" cy="555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lvl="0" algn="l"/>
            <a:r>
              <a:rPr lang="en-US" b="1" dirty="0">
                <a:solidFill>
                  <a:schemeClr val="tx1"/>
                </a:solidFill>
              </a:rPr>
              <a:t>torch.compile: One Line to Faster Training</a:t>
            </a:r>
          </a:p>
        </p:txBody>
      </p:sp>
      <p:sp>
        <p:nvSpPr>
          <p:cNvPr id="10" name="Body"/>
          <p:cNvSpPr txBox="1"/>
          <p:nvPr/>
        </p:nvSpPr>
        <p:spPr>
          <a:xfrm>
            <a:off x="311700" y="709436"/>
            <a:ext cx="8520600" cy="404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77500" lnSpcReduction="20000"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002060"/>
                </a:solidFill>
                <a:latin typeface="Helvetica Neue"/>
              </a:rPr>
              <a:t>What torch.compile Does (in Plain Language)</a:t>
            </a:r>
          </a:p>
          <a:p>
            <a:pPr marL="285750" indent="-285750">
              <a:buFont typeface="Arial"/>
              <a:buChar char="▸"/>
            </a:pPr>
            <a:r>
              <a:rPr lang="en-US" sz="1250" b="0" dirty="0">
                <a:solidFill>
                  <a:srgbClr val="000000"/>
                </a:solidFill>
                <a:latin typeface="Helvetica Neue"/>
              </a:rPr>
              <a:t>Problem: every Python line in your forward pass incurs Python interpreter overhead. On a fast GPU, this can be 10-20% of step time.</a:t>
            </a:r>
          </a:p>
          <a:p>
            <a:pPr marL="285750" indent="-285750">
              <a:buFont typeface="Arial"/>
              <a:buChar char="▸"/>
            </a:pPr>
            <a:r>
              <a:rPr lang="en-US" sz="1250" b="0" dirty="0">
                <a:solidFill>
                  <a:srgbClr val="000000"/>
                </a:solidFill>
                <a:latin typeface="Helvetica Neue"/>
              </a:rPr>
              <a:t>torch.compile captures the mathematical operations in your forward pass and compiles them into optimised GPU code — skipping the Python overhead at runtime.</a:t>
            </a:r>
          </a:p>
          <a:p>
            <a:pPr marL="285750" indent="-285750">
              <a:buFont typeface="Arial"/>
              <a:buChar char="▸"/>
            </a:pPr>
            <a:r>
              <a:rPr lang="en-US" sz="1250" b="0" dirty="0">
                <a:solidFill>
                  <a:srgbClr val="000000"/>
                </a:solidFill>
                <a:latin typeface="Helvetica Neue"/>
              </a:rPr>
              <a:t>It also fuses adjacent operations (e.g. LayerNorm + Dropout + Add) into a single GPU kernel, reducing memory bandwidth usage.</a:t>
            </a:r>
          </a:p>
          <a:p>
            <a:pPr marL="285750" indent="-285750">
              <a:buFont typeface="Arial"/>
              <a:buChar char="▸"/>
            </a:pPr>
            <a:r>
              <a:rPr lang="en-US" sz="1250" b="0" dirty="0">
                <a:solidFill>
                  <a:srgbClr val="000000"/>
                </a:solidFill>
                <a:latin typeface="Helvetica Neue"/>
              </a:rPr>
              <a:t>Result: 20-50% speedup with a single line of code change, on most Transformer models.</a:t>
            </a:r>
          </a:p>
          <a:p>
            <a:pPr marL="0" indent="0">
              <a:buNone/>
            </a:pPr>
            <a:endParaRPr lang="en-US" sz="600" dirty="0"/>
          </a:p>
          <a:p>
            <a:pPr marL="0" indent="0">
              <a:buNone/>
            </a:pPr>
            <a:r>
              <a:rPr lang="en-US" sz="1400" b="1" dirty="0">
                <a:solidFill>
                  <a:srgbClr val="002060"/>
                </a:solidFill>
                <a:latin typeface="Helvetica Neue"/>
              </a:rPr>
              <a:t>How to Use It</a:t>
            </a:r>
          </a:p>
          <a:p>
            <a:pPr marL="228600" indent="0">
              <a:buNone/>
            </a:pPr>
            <a:r>
              <a:rPr lang="en-US" sz="1050" b="0" i="1" dirty="0">
                <a:solidFill>
                  <a:srgbClr val="1F3864"/>
                </a:solidFill>
                <a:latin typeface="Consolas"/>
              </a:rPr>
              <a:t>model = MyModel().to('cuda')</a:t>
            </a:r>
          </a:p>
          <a:p>
            <a:pPr marL="228600" indent="0">
              <a:buNone/>
            </a:pPr>
            <a:r>
              <a:rPr lang="en-US" sz="1050" b="0" i="1" dirty="0">
                <a:solidFill>
                  <a:srgbClr val="1F3864"/>
                </a:solidFill>
                <a:latin typeface="Consolas"/>
              </a:rPr>
              <a:t># Before: standard eager execution</a:t>
            </a:r>
          </a:p>
          <a:p>
            <a:pPr marL="228600" indent="0">
              <a:buNone/>
            </a:pPr>
            <a:r>
              <a:rPr lang="en-US" sz="1050" b="0" i="1" dirty="0">
                <a:solidFill>
                  <a:srgbClr val="1F3864"/>
                </a:solidFill>
                <a:latin typeface="Consolas"/>
              </a:rPr>
              <a:t># After:  one line change</a:t>
            </a:r>
          </a:p>
          <a:p>
            <a:pPr marL="228600" indent="0">
              <a:buNone/>
            </a:pPr>
            <a:r>
              <a:rPr lang="en-US" sz="1050" b="0" i="1" dirty="0">
                <a:solidFill>
                  <a:srgbClr val="1F3864"/>
                </a:solidFill>
                <a:latin typeface="Consolas"/>
              </a:rPr>
              <a:t>model = torch.compile(model)</a:t>
            </a:r>
          </a:p>
          <a:p>
            <a:pPr marL="228600" indent="0">
              <a:buNone/>
            </a:pPr>
            <a:endParaRPr lang="en-US" sz="1050" b="0" i="1" dirty="0">
              <a:solidFill>
                <a:srgbClr val="1F3864"/>
              </a:solidFill>
              <a:latin typeface="Consolas"/>
            </a:endParaRPr>
          </a:p>
          <a:p>
            <a:pPr marL="228600" indent="0">
              <a:buNone/>
            </a:pPr>
            <a:r>
              <a:rPr lang="en-US" sz="1050" b="0" i="1" dirty="0">
                <a:solidFill>
                  <a:srgbClr val="1F3864"/>
                </a:solidFill>
                <a:latin typeface="Consolas"/>
              </a:rPr>
              <a:t># Everything else stays the same</a:t>
            </a:r>
          </a:p>
          <a:p>
            <a:pPr marL="228600" indent="0">
              <a:buNone/>
            </a:pPr>
            <a:r>
              <a:rPr lang="en-US" sz="1050" b="0" i="1" dirty="0">
                <a:solidFill>
                  <a:srgbClr val="1F3864"/>
                </a:solidFill>
                <a:latin typeface="Consolas"/>
              </a:rPr>
              <a:t>for x, y in loader:</a:t>
            </a:r>
          </a:p>
          <a:p>
            <a:pPr marL="228600" indent="0">
              <a:buNone/>
            </a:pPr>
            <a:r>
              <a:rPr lang="en-US" sz="1050" b="0" i="1" dirty="0">
                <a:solidFill>
                  <a:srgbClr val="1F3864"/>
                </a:solidFill>
                <a:latin typeface="Consolas"/>
              </a:rPr>
              <a:t>    logits = model(x)   # now runs compiled code</a:t>
            </a:r>
          </a:p>
          <a:p>
            <a:pPr marL="228600" indent="0">
              <a:buNone/>
            </a:pPr>
            <a:r>
              <a:rPr lang="en-US" sz="1050" b="0" i="1" dirty="0">
                <a:solidFill>
                  <a:srgbClr val="1F3864"/>
                </a:solidFill>
                <a:latin typeface="Consolas"/>
              </a:rPr>
              <a:t>    ...</a:t>
            </a:r>
          </a:p>
          <a:p>
            <a:pPr marL="0" indent="0">
              <a:buNone/>
            </a:pPr>
            <a:endParaRPr lang="en-US" sz="600" dirty="0"/>
          </a:p>
          <a:p>
            <a:pPr marL="0" indent="0">
              <a:buNone/>
            </a:pPr>
            <a:r>
              <a:rPr lang="en-US" sz="1400" b="1" dirty="0">
                <a:solidFill>
                  <a:srgbClr val="002060"/>
                </a:solidFill>
                <a:latin typeface="Helvetica Neue"/>
              </a:rPr>
              <a:t>What Happens on First Run</a:t>
            </a:r>
          </a:p>
          <a:p>
            <a:pPr marL="285750" indent="-285750">
              <a:buFont typeface="Arial"/>
              <a:buChar char="▸"/>
            </a:pPr>
            <a:r>
              <a:rPr lang="en-US" sz="1250" b="0" dirty="0">
                <a:solidFill>
                  <a:srgbClr val="000000"/>
                </a:solidFill>
                <a:latin typeface="Helvetica Neue"/>
              </a:rPr>
              <a:t>First 3-5 forward passes: compilation occurs — these will be SLOWER than eager</a:t>
            </a:r>
          </a:p>
          <a:p>
            <a:pPr marL="285750" indent="-285750">
              <a:buFont typeface="Arial"/>
              <a:buChar char="▸"/>
            </a:pPr>
            <a:r>
              <a:rPr lang="en-US" sz="1250" b="0" dirty="0">
                <a:solidFill>
                  <a:srgbClr val="000000"/>
                </a:solidFill>
                <a:latin typeface="Helvetica Neue"/>
              </a:rPr>
              <a:t>After compilation completes: every subsequent forward pass runs the optimised code</a:t>
            </a:r>
          </a:p>
          <a:p>
            <a:pPr marL="285750" indent="-285750">
              <a:buFont typeface="Arial"/>
              <a:buChar char="▸"/>
            </a:pPr>
            <a:r>
              <a:rPr lang="en-US" sz="1250" b="0" dirty="0">
                <a:solidFill>
                  <a:srgbClr val="000000"/>
                </a:solidFill>
                <a:latin typeface="Helvetica Neue"/>
              </a:rPr>
              <a:t>Do not benchmark the first few steps — they include compilation time</a:t>
            </a:r>
          </a:p>
          <a:p>
            <a:pPr marL="285750" indent="-285750">
              <a:buFont typeface="Arial"/>
              <a:buChar char="▸"/>
            </a:pPr>
            <a:r>
              <a:rPr lang="en-US" sz="1250" b="0" dirty="0">
                <a:solidFill>
                  <a:srgbClr val="000000"/>
                </a:solidFill>
                <a:latin typeface="Helvetica Neue"/>
              </a:rPr>
              <a:t>Compilation result is cached: second time you run the same script, compilation is instant</a:t>
            </a:r>
          </a:p>
          <a:p>
            <a:pPr marL="0" indent="0">
              <a:buNone/>
            </a:pPr>
            <a:endParaRPr lang="en-US" sz="600" dirty="0"/>
          </a:p>
          <a:p>
            <a:pPr marL="0" indent="0">
              <a:buNone/>
            </a:pPr>
            <a:r>
              <a:rPr lang="en-US" sz="1400" b="1" dirty="0">
                <a:solidFill>
                  <a:srgbClr val="002060"/>
                </a:solidFill>
                <a:latin typeface="Helvetica Neue"/>
              </a:rPr>
              <a:t>Modes — Start with Default</a:t>
            </a:r>
          </a:p>
          <a:p>
            <a:pPr marL="0" indent="0">
              <a:buNone/>
            </a:pPr>
            <a:r>
              <a:rPr lang="en-US" sz="1100" b="0" i="1" dirty="0">
                <a:solidFill>
                  <a:srgbClr val="434343"/>
                </a:solidFill>
                <a:latin typeface="Helvetica Neue"/>
              </a:rPr>
              <a:t>  torch.compile(model)                    # default: balanced</a:t>
            </a:r>
          </a:p>
          <a:p>
            <a:pPr marL="0" indent="0">
              <a:buNone/>
            </a:pPr>
            <a:r>
              <a:rPr lang="en-US" sz="1100" b="0" i="1" dirty="0">
                <a:solidFill>
                  <a:srgbClr val="434343"/>
                </a:solidFill>
                <a:latin typeface="Helvetica Neue"/>
              </a:rPr>
              <a:t>  torch.compile(model, mode='default')    # same as above</a:t>
            </a:r>
          </a:p>
          <a:p>
            <a:pPr marL="0" indent="0">
              <a:buNone/>
            </a:pPr>
            <a:r>
              <a:rPr lang="en-US" sz="1100" b="0" i="1" dirty="0">
                <a:solidFill>
                  <a:srgbClr val="434343"/>
                </a:solidFill>
                <a:latin typeface="Helvetica Neue"/>
              </a:rPr>
              <a:t>  torch.compile(model, mode='reduce-overhead')  # faster, fixed shapes</a:t>
            </a:r>
          </a:p>
          <a:p>
            <a:pPr marL="0" indent="0">
              <a:buNone/>
            </a:pPr>
            <a:r>
              <a:rPr lang="en-US" sz="1100" b="0" i="1" dirty="0">
                <a:solidFill>
                  <a:srgbClr val="434343"/>
                </a:solidFill>
                <a:latin typeface="Helvetica Neue"/>
              </a:rPr>
              <a:t>  torch.compile(model, mode='max-autotune')     # slowest compile, fastest runtime</a:t>
            </a:r>
          </a:p>
          <a:p>
            <a:pPr marL="0" indent="0">
              <a:buNone/>
            </a:pPr>
            <a:endParaRPr lang="en-US" sz="600" dirty="0"/>
          </a:p>
          <a:p>
            <a:pPr marL="0" indent="0">
              <a:buNone/>
            </a:pPr>
            <a:r>
              <a:rPr lang="en-US" sz="1400" b="1" dirty="0">
                <a:solidFill>
                  <a:srgbClr val="002060"/>
                </a:solidFill>
                <a:latin typeface="Helvetica Neue"/>
              </a:rPr>
              <a:t>When torch.compile Helps Most</a:t>
            </a:r>
          </a:p>
          <a:p>
            <a:pPr marL="285750" indent="-285750">
              <a:buFont typeface="Arial"/>
              <a:buChar char="▸"/>
            </a:pPr>
            <a:r>
              <a:rPr lang="en-US" sz="1250" b="0" dirty="0">
                <a:solidFill>
                  <a:srgbClr val="000000"/>
                </a:solidFill>
                <a:latin typeface="Helvetica Neue"/>
              </a:rPr>
              <a:t>Transformers with many small ops: 30-50% speedup (Llama, BERT, ViT)</a:t>
            </a:r>
          </a:p>
          <a:p>
            <a:pPr marL="285750" indent="-285750">
              <a:buFont typeface="Arial"/>
              <a:buChar char="▸"/>
            </a:pPr>
            <a:r>
              <a:rPr lang="en-US" sz="1250" b="0" dirty="0">
                <a:solidFill>
                  <a:srgbClr val="000000"/>
                </a:solidFill>
                <a:latin typeface="Helvetica Neue"/>
              </a:rPr>
              <a:t>Models with many elementwise ops: LayerNorm, GELU, Dropout chains — all get fused</a:t>
            </a:r>
          </a:p>
          <a:p>
            <a:pPr marL="285750" indent="-285750">
              <a:buFont typeface="Arial"/>
              <a:buChar char="▸"/>
            </a:pPr>
            <a:r>
              <a:rPr lang="en-US" sz="1250" b="0" dirty="0">
                <a:solidFill>
                  <a:srgbClr val="000000"/>
                </a:solidFill>
                <a:latin typeface="Helvetica Neue"/>
              </a:rPr>
              <a:t>When torch.compile Helps Less: models dominated by a single large convolution or GEMM</a:t>
            </a:r>
          </a:p>
          <a:p>
            <a:pPr marL="0" indent="0">
              <a:buNone/>
            </a:pPr>
            <a:r>
              <a:rPr lang="en-US" sz="1100" b="0" i="1" dirty="0">
                <a:solidFill>
                  <a:srgbClr val="434343"/>
                </a:solidFill>
                <a:latin typeface="Helvetica Neue"/>
              </a:rPr>
              <a:t>Rule: try torch.compile first. If it does not help, profile before doing anything else.</a:t>
            </a:r>
          </a:p>
        </p:txBody>
      </p:sp>
      <p:sp>
        <p:nvSpPr>
          <p:cNvPr id="50" name="Ref"/>
          <p:cNvSpPr txBox="1"/>
          <p:nvPr/>
        </p:nvSpPr>
        <p:spPr>
          <a:xfrm>
            <a:off x="311700" y="4900000"/>
            <a:ext cx="8520600" cy="18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t" anchorCtr="0">
            <a:noAutofit/>
          </a:bodyPr>
          <a:lstStyle/>
          <a:p>
            <a:pPr marL="0" indent="0">
              <a:buNone/>
            </a:pPr>
            <a:r>
              <a:rPr lang="en-US" sz="900" i="1" dirty="0">
                <a:solidFill>
                  <a:srgbClr val="7F7F7F"/>
                </a:solidFill>
                <a:latin typeface="Helvetica Neue"/>
              </a:rPr>
              <a:t>Ref: Ansel et al., PyTorch 2: Faster Machine Learning Through Dynamic Python Bytecode Transformation, ASPLOS 2024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G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1"/>
          <p:cNvSpPr/>
          <p:nvPr/>
        </p:nvSpPr>
        <p:spPr>
          <a:xfrm>
            <a:off x="0" y="0"/>
            <a:ext cx="9144000" cy="210172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rtlCol="0" anchor="ctr"/>
          <a:lstStyle/>
          <a:p>
            <a:endParaRPr lang="en-US" sz="1200" dirty="0"/>
          </a:p>
        </p:txBody>
      </p:sp>
      <p:sp>
        <p:nvSpPr>
          <p:cNvPr id="3" name="R2"/>
          <p:cNvSpPr/>
          <p:nvPr/>
        </p:nvSpPr>
        <p:spPr>
          <a:xfrm>
            <a:off x="0" y="5103529"/>
            <a:ext cx="9144000" cy="67092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rtlCol="0" anchor="ctr"/>
          <a:lstStyle/>
          <a:p>
            <a:endParaRPr lang="en-US" sz="500" dirty="0"/>
          </a:p>
        </p:txBody>
      </p:sp>
      <p:sp>
        <p:nvSpPr>
          <p:cNvPr id="100" name="Ttl"/>
          <p:cNvSpPr txBox="1">
            <a:spLocks noGrp="1"/>
          </p:cNvSpPr>
          <p:nvPr>
            <p:ph type="title"/>
          </p:nvPr>
        </p:nvSpPr>
        <p:spPr>
          <a:xfrm>
            <a:off x="311700" y="207100"/>
            <a:ext cx="8520600" cy="555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lvl="0" algn="l"/>
            <a:r>
              <a:rPr lang="en-US" b="1" dirty="0">
                <a:solidFill>
                  <a:schemeClr val="tx1"/>
                </a:solidFill>
              </a:rPr>
              <a:t>Six Common Performance Mistakes and Their Fixes</a:t>
            </a:r>
          </a:p>
        </p:txBody>
      </p:sp>
      <p:sp>
        <p:nvSpPr>
          <p:cNvPr id="10" name="L"/>
          <p:cNvSpPr txBox="1"/>
          <p:nvPr/>
        </p:nvSpPr>
        <p:spPr>
          <a:xfrm>
            <a:off x="311700" y="729436"/>
            <a:ext cx="4180000" cy="4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85000" lnSpcReduction="10000"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002060"/>
                </a:solidFill>
                <a:latin typeface="Helvetica Neue"/>
              </a:rPr>
              <a:t>Mistake 1: Forgetting model.train() / model.eval()</a:t>
            </a:r>
          </a:p>
          <a:p>
            <a:pPr marL="285750" indent="-285750">
              <a:buFont typeface="Arial"/>
              <a:buChar char="▸"/>
            </a:pPr>
            <a:r>
              <a:rPr lang="en-US" sz="1250" b="0" dirty="0">
                <a:solidFill>
                  <a:srgbClr val="000000"/>
                </a:solidFill>
                <a:latin typeface="Helvetica Neue"/>
              </a:rPr>
              <a:t>Symptom: validation accuracy matches training — both are wrong (Dropout active at eval)</a:t>
            </a:r>
          </a:p>
          <a:p>
            <a:pPr marL="285750" indent="-285750">
              <a:buFont typeface="Arial"/>
              <a:buChar char="▸"/>
            </a:pPr>
            <a:r>
              <a:rPr lang="en-US" sz="1250" b="0" dirty="0">
                <a:solidFill>
                  <a:srgbClr val="000000"/>
                </a:solidFill>
                <a:latin typeface="Helvetica Neue"/>
              </a:rPr>
              <a:t>Fix: model.train() at start of training epoch; model.eval() at start of validation</a:t>
            </a:r>
          </a:p>
          <a:p>
            <a:pPr marL="0" indent="0">
              <a:buNone/>
            </a:pPr>
            <a:endParaRPr lang="en-US" sz="600" dirty="0"/>
          </a:p>
          <a:p>
            <a:pPr marL="0" indent="0">
              <a:buNone/>
            </a:pPr>
            <a:r>
              <a:rPr lang="en-US" sz="1400" b="1" dirty="0">
                <a:solidFill>
                  <a:srgbClr val="002060"/>
                </a:solidFill>
                <a:latin typeface="Helvetica Neue"/>
              </a:rPr>
              <a:t>Mistake 2: Not Zeroing Gradients</a:t>
            </a:r>
          </a:p>
          <a:p>
            <a:pPr marL="285750" indent="-285750">
              <a:buFont typeface="Arial"/>
              <a:buChar char="▸"/>
            </a:pPr>
            <a:r>
              <a:rPr lang="en-US" sz="1250" b="0" dirty="0">
                <a:solidFill>
                  <a:srgbClr val="000000"/>
                </a:solidFill>
                <a:latin typeface="Helvetica Neue"/>
              </a:rPr>
              <a:t>Symptom: loss oscillates wildly or explodes immediately</a:t>
            </a:r>
          </a:p>
          <a:p>
            <a:pPr marL="285750" indent="-285750">
              <a:buFont typeface="Arial"/>
              <a:buChar char="▸"/>
            </a:pPr>
            <a:r>
              <a:rPr lang="en-US" sz="1250" b="0" dirty="0">
                <a:solidFill>
                  <a:srgbClr val="000000"/>
                </a:solidFill>
                <a:latin typeface="Helvetica Neue"/>
              </a:rPr>
              <a:t>Fix: optimizer.zero_grad(set_to_none=True) as FIRST line of each training step</a:t>
            </a:r>
          </a:p>
          <a:p>
            <a:pPr marL="0" indent="0">
              <a:buNone/>
            </a:pPr>
            <a:endParaRPr lang="en-US" sz="600" dirty="0"/>
          </a:p>
          <a:p>
            <a:pPr marL="0" indent="0">
              <a:buNone/>
            </a:pPr>
            <a:r>
              <a:rPr lang="en-US" sz="1400" b="1" dirty="0">
                <a:solidFill>
                  <a:srgbClr val="002060"/>
                </a:solidFill>
                <a:latin typeface="Helvetica Neue"/>
              </a:rPr>
              <a:t>Mistake 3: num_workers=0 in DataLoader</a:t>
            </a:r>
          </a:p>
          <a:p>
            <a:pPr marL="285750" indent="-285750">
              <a:buFont typeface="Arial"/>
              <a:buChar char="▸"/>
            </a:pPr>
            <a:r>
              <a:rPr lang="en-US" sz="1250" b="0" dirty="0">
                <a:solidFill>
                  <a:srgbClr val="000000"/>
                </a:solidFill>
                <a:latin typeface="Helvetica Neue"/>
              </a:rPr>
              <a:t>Symptom: GPU at 30-40% utilisation; training much slower than expected</a:t>
            </a:r>
          </a:p>
          <a:p>
            <a:pPr marL="285750" indent="-285750">
              <a:buFont typeface="Arial"/>
              <a:buChar char="▸"/>
            </a:pPr>
            <a:r>
              <a:rPr lang="en-US" sz="1250" b="0" dirty="0">
                <a:solidFill>
                  <a:srgbClr val="000000"/>
                </a:solidFill>
                <a:latin typeface="Helvetica Neue"/>
              </a:rPr>
              <a:t>Fix: set num_workers=4 and pin_memory=True; check GPU utilisation jumps to 85%+</a:t>
            </a:r>
          </a:p>
          <a:p>
            <a:pPr marL="0" indent="0">
              <a:buNone/>
            </a:pPr>
            <a:endParaRPr lang="en-US" sz="600" dirty="0"/>
          </a:p>
          <a:p>
            <a:pPr marL="0" indent="0">
              <a:buNone/>
            </a:pPr>
            <a:r>
              <a:rPr lang="en-US" sz="1400" b="1" dirty="0">
                <a:solidFill>
                  <a:srgbClr val="002060"/>
                </a:solidFill>
                <a:latin typeface="Helvetica Neue"/>
              </a:rPr>
              <a:t>Mistake 4: Not Moving Data to GPU</a:t>
            </a:r>
          </a:p>
          <a:p>
            <a:pPr marL="285750" indent="-285750">
              <a:buFont typeface="Arial"/>
              <a:buChar char="▸"/>
            </a:pPr>
            <a:r>
              <a:rPr lang="en-US" sz="1250" b="0" dirty="0">
                <a:solidFill>
                  <a:srgbClr val="000000"/>
                </a:solidFill>
                <a:latin typeface="Helvetica Neue"/>
              </a:rPr>
              <a:t>Symptom: RuntimeError: Expected all tensors to be on the same device</a:t>
            </a:r>
          </a:p>
          <a:p>
            <a:pPr marL="285750" indent="-285750">
              <a:buFont typeface="Arial"/>
              <a:buChar char="▸"/>
            </a:pPr>
            <a:r>
              <a:rPr lang="en-US" sz="1250" b="0" dirty="0">
                <a:solidFill>
                  <a:srgbClr val="000000"/>
                </a:solidFill>
                <a:latin typeface="Helvetica Neue"/>
              </a:rPr>
              <a:t>Fix: x = x.to(device), y = y.to(device) at the start of every training step</a:t>
            </a:r>
          </a:p>
          <a:p>
            <a:pPr marL="0" indent="0">
              <a:buNone/>
            </a:pPr>
            <a:endParaRPr lang="en-US" sz="600" dirty="0"/>
          </a:p>
          <a:p>
            <a:pPr marL="0" indent="0">
              <a:buNone/>
            </a:pPr>
            <a:r>
              <a:rPr lang="en-US" sz="1400" b="1" dirty="0">
                <a:solidFill>
                  <a:srgbClr val="002060"/>
                </a:solidFill>
                <a:latin typeface="Helvetica Neue"/>
              </a:rPr>
              <a:t>Mistake 5: Using model.forward(x) Instead of model(x)</a:t>
            </a:r>
          </a:p>
          <a:p>
            <a:pPr marL="285750" indent="-285750">
              <a:buFont typeface="Arial"/>
              <a:buChar char="▸"/>
            </a:pPr>
            <a:r>
              <a:rPr lang="en-US" sz="1250" b="0" dirty="0">
                <a:solidFill>
                  <a:srgbClr val="000000"/>
                </a:solidFill>
                <a:latin typeface="Helvetica Neue"/>
              </a:rPr>
              <a:t>Symptom: hooks not called, forward hooks silently skipped</a:t>
            </a:r>
          </a:p>
          <a:p>
            <a:pPr marL="285750" indent="-285750">
              <a:buFont typeface="Arial"/>
              <a:buChar char="▸"/>
            </a:pPr>
            <a:r>
              <a:rPr lang="en-US" sz="1250" b="0" dirty="0">
                <a:solidFill>
                  <a:srgbClr val="000000"/>
                </a:solidFill>
                <a:latin typeface="Helvetica Neue"/>
              </a:rPr>
              <a:t>Fix: always call model(x) — this triggers __call__ which wraps forward properly</a:t>
            </a:r>
          </a:p>
        </p:txBody>
      </p:sp>
      <p:sp>
        <p:nvSpPr>
          <p:cNvPr id="11" name="R"/>
          <p:cNvSpPr txBox="1"/>
          <p:nvPr/>
        </p:nvSpPr>
        <p:spPr>
          <a:xfrm>
            <a:off x="4652302" y="762400"/>
            <a:ext cx="4180600" cy="4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85000" lnSpcReduction="20000"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002060"/>
                </a:solidFill>
                <a:latin typeface="Helvetica Neue"/>
              </a:rPr>
              <a:t>Mistake 6: Timing GPU Code Without Synchronise</a:t>
            </a:r>
          </a:p>
          <a:p>
            <a:pPr marL="285750" indent="-285750">
              <a:buFont typeface="Arial"/>
              <a:buChar char="▸"/>
            </a:pPr>
            <a:r>
              <a:rPr lang="en-US" sz="1250" b="0" dirty="0">
                <a:solidFill>
                  <a:srgbClr val="000000"/>
                </a:solidFill>
                <a:latin typeface="Helvetica Neue"/>
              </a:rPr>
              <a:t>Symptom: benchmarks show 0.1ms per step — GPU is async, timing is measuring CPU dispatch</a:t>
            </a:r>
          </a:p>
          <a:p>
            <a:pPr marL="285750" indent="-285750">
              <a:buFont typeface="Arial"/>
              <a:buChar char="▸"/>
            </a:pPr>
            <a:r>
              <a:rPr lang="en-US" sz="1250" b="0" dirty="0">
                <a:solidFill>
                  <a:srgbClr val="000000"/>
                </a:solidFill>
                <a:latin typeface="Helvetica Neue"/>
              </a:rPr>
              <a:t>Fix: torch.cuda.synchronize() before stopping the timer</a:t>
            </a:r>
          </a:p>
          <a:p>
            <a:pPr marL="228600" indent="0">
              <a:buNone/>
            </a:pPr>
            <a:r>
              <a:rPr lang="en-US" sz="1050" b="0" i="1" dirty="0">
                <a:solidFill>
                  <a:srgbClr val="1F3864"/>
                </a:solidFill>
                <a:latin typeface="Consolas"/>
              </a:rPr>
              <a:t>torch.cuda.synchronize()  # wait for GPU</a:t>
            </a:r>
          </a:p>
          <a:p>
            <a:pPr marL="228600" indent="0">
              <a:buNone/>
            </a:pPr>
            <a:r>
              <a:rPr lang="en-US" sz="1050" b="0" i="1" dirty="0">
                <a:solidFill>
                  <a:srgbClr val="1F3864"/>
                </a:solidFill>
                <a:latin typeface="Consolas"/>
              </a:rPr>
              <a:t>t0 = time.perf_counter()</a:t>
            </a:r>
          </a:p>
          <a:p>
            <a:pPr marL="228600" indent="0">
              <a:buNone/>
            </a:pPr>
            <a:r>
              <a:rPr lang="en-US" sz="1050" b="0" i="1" dirty="0">
                <a:solidFill>
                  <a:srgbClr val="1F3864"/>
                </a:solidFill>
                <a:latin typeface="Consolas"/>
              </a:rPr>
              <a:t>output = model(x)</a:t>
            </a:r>
          </a:p>
          <a:p>
            <a:pPr marL="228600" indent="0">
              <a:buNone/>
            </a:pPr>
            <a:r>
              <a:rPr lang="en-US" sz="1050" b="0" i="1" dirty="0">
                <a:solidFill>
                  <a:srgbClr val="1F3864"/>
                </a:solidFill>
                <a:latin typeface="Consolas"/>
              </a:rPr>
              <a:t>torch.cuda.synchronize()  # wait for GPU again</a:t>
            </a:r>
          </a:p>
          <a:p>
            <a:pPr marL="228600" indent="0">
              <a:buNone/>
            </a:pPr>
            <a:r>
              <a:rPr lang="en-US" sz="1050" b="0" i="1" dirty="0">
                <a:solidFill>
                  <a:srgbClr val="1F3864"/>
                </a:solidFill>
                <a:latin typeface="Consolas"/>
              </a:rPr>
              <a:t>elapsed = time.perf_counter() - t0</a:t>
            </a:r>
          </a:p>
          <a:p>
            <a:pPr marL="0" indent="0">
              <a:buNone/>
            </a:pPr>
            <a:endParaRPr lang="en-US" sz="600" dirty="0"/>
          </a:p>
          <a:p>
            <a:pPr marL="0" indent="0">
              <a:buNone/>
            </a:pPr>
            <a:r>
              <a:rPr lang="en-US" sz="1400" b="1" dirty="0">
                <a:solidFill>
                  <a:srgbClr val="002060"/>
                </a:solidFill>
                <a:latin typeface="Helvetica Neue"/>
              </a:rPr>
              <a:t>TF32: Free Speed on Ampere+ GPUs</a:t>
            </a:r>
          </a:p>
          <a:p>
            <a:pPr marL="285750" indent="-285750">
              <a:buFont typeface="Arial"/>
              <a:buChar char="▸"/>
            </a:pPr>
            <a:r>
              <a:rPr lang="en-US" sz="1250" b="0" dirty="0">
                <a:solidFill>
                  <a:srgbClr val="000000"/>
                </a:solidFill>
                <a:latin typeface="Helvetica Neue"/>
              </a:rPr>
              <a:t>NVIDIA Ampere (A100) and newer: Tensor Cores support TF32 — a 19-bit float for matmul with FP32 interface</a:t>
            </a:r>
          </a:p>
          <a:p>
            <a:pPr marL="285750" indent="-285750">
              <a:buFont typeface="Arial"/>
              <a:buChar char="▸"/>
            </a:pPr>
            <a:r>
              <a:rPr lang="en-US" sz="1250" b="0" dirty="0">
                <a:solidFill>
                  <a:srgbClr val="000000"/>
                </a:solidFill>
                <a:latin typeface="Helvetica Neue"/>
              </a:rPr>
              <a:t>TF32 is enabled by default in PyTorch for matmul and conv. Check with:</a:t>
            </a:r>
          </a:p>
          <a:p>
            <a:pPr marL="228600" indent="0">
              <a:buNone/>
            </a:pPr>
            <a:r>
              <a:rPr lang="en-US" sz="1050" b="0" i="1" dirty="0">
                <a:solidFill>
                  <a:srgbClr val="1F3864"/>
                </a:solidFill>
                <a:latin typeface="Consolas"/>
              </a:rPr>
              <a:t>print(torch.backends.cuda.matmul.allow_tf32)  # True</a:t>
            </a:r>
          </a:p>
          <a:p>
            <a:pPr marL="228600" indent="0">
              <a:buNone/>
            </a:pPr>
            <a:r>
              <a:rPr lang="en-US" sz="1050" b="0" i="1" dirty="0">
                <a:solidFill>
                  <a:srgbClr val="1F3864"/>
                </a:solidFill>
                <a:latin typeface="Consolas"/>
              </a:rPr>
              <a:t>print(torch.backends.cudnn.allow_tf32)        # True</a:t>
            </a:r>
          </a:p>
          <a:p>
            <a:pPr marL="285750" indent="-285750">
              <a:buFont typeface="Arial"/>
              <a:buChar char="▸"/>
            </a:pPr>
            <a:r>
              <a:rPr lang="en-US" sz="1250" b="0" dirty="0">
                <a:solidFill>
                  <a:srgbClr val="000000"/>
                </a:solidFill>
                <a:latin typeface="Helvetica Neue"/>
              </a:rPr>
              <a:t>TF32 gives ~3x speedup over FP32 on matmul with negligible accuracy loss in almost all models</a:t>
            </a:r>
          </a:p>
          <a:p>
            <a:pPr marL="285750" indent="-285750">
              <a:buFont typeface="Arial"/>
              <a:buChar char="▸"/>
            </a:pPr>
            <a:r>
              <a:rPr lang="en-US" sz="1250" b="0" dirty="0">
                <a:solidFill>
                  <a:srgbClr val="000000"/>
                </a:solidFill>
                <a:latin typeface="Helvetica Neue"/>
              </a:rPr>
              <a:t>Disable only for numerical reproducibility testing: torch.backends.cuda.matmul.allow_tf32 = False</a:t>
            </a:r>
          </a:p>
          <a:p>
            <a:pPr marL="0" indent="0">
              <a:buNone/>
            </a:pPr>
            <a:endParaRPr lang="en-US" sz="600" dirty="0"/>
          </a:p>
          <a:p>
            <a:pPr marL="0" indent="0">
              <a:buNone/>
            </a:pPr>
            <a:r>
              <a:rPr lang="en-US" sz="1400" b="1" dirty="0">
                <a:solidFill>
                  <a:srgbClr val="002060"/>
                </a:solidFill>
                <a:latin typeface="Helvetica Neue"/>
              </a:rPr>
              <a:t>Performance Quick-Start Checklist</a:t>
            </a:r>
          </a:p>
          <a:p>
            <a:pPr marL="0" indent="0">
              <a:buNone/>
            </a:pPr>
            <a:r>
              <a:rPr lang="en-US" sz="1100" b="0" i="1" dirty="0">
                <a:solidFill>
                  <a:srgbClr val="434343"/>
                </a:solidFill>
                <a:latin typeface="Helvetica Neue"/>
              </a:rPr>
              <a:t>  [ ] model.train() and model.eval() in correct places</a:t>
            </a:r>
          </a:p>
          <a:p>
            <a:pPr marL="0" indent="0">
              <a:buNone/>
            </a:pPr>
            <a:r>
              <a:rPr lang="en-US" sz="1100" b="0" i="1" dirty="0">
                <a:solidFill>
                  <a:srgbClr val="434343"/>
                </a:solidFill>
                <a:latin typeface="Helvetica Neue"/>
              </a:rPr>
              <a:t>  [ ] zero_grad(set_to_none=True) every step</a:t>
            </a:r>
          </a:p>
          <a:p>
            <a:pPr marL="0" indent="0">
              <a:buNone/>
            </a:pPr>
            <a:r>
              <a:rPr lang="en-US" sz="1100" b="0" i="1" dirty="0">
                <a:solidFill>
                  <a:srgbClr val="434343"/>
                </a:solidFill>
                <a:latin typeface="Helvetica Neue"/>
              </a:rPr>
              <a:t>  [ ] num_workers &gt;= 4, pin_memory=True</a:t>
            </a:r>
          </a:p>
          <a:p>
            <a:pPr marL="0" indent="0">
              <a:buNone/>
            </a:pPr>
            <a:r>
              <a:rPr lang="en-US" sz="1100" b="0" i="1" dirty="0">
                <a:solidFill>
                  <a:srgbClr val="434343"/>
                </a:solidFill>
                <a:latin typeface="Helvetica Neue"/>
              </a:rPr>
              <a:t>  [ ] AMP with autocast(dtype=torch.bfloat16)</a:t>
            </a:r>
          </a:p>
          <a:p>
            <a:pPr marL="0" indent="0">
              <a:buNone/>
            </a:pPr>
            <a:r>
              <a:rPr lang="en-US" sz="1100" b="0" i="1" dirty="0">
                <a:solidFill>
                  <a:srgbClr val="434343"/>
                </a:solidFill>
                <a:latin typeface="Helvetica Neue"/>
              </a:rPr>
              <a:t>  [ ] model = torch.compile(model)</a:t>
            </a:r>
          </a:p>
          <a:p>
            <a:pPr marL="0" indent="0">
              <a:buNone/>
            </a:pPr>
            <a:r>
              <a:rPr lang="en-US" sz="1100" b="0" i="1" dirty="0">
                <a:solidFill>
                  <a:srgbClr val="434343"/>
                </a:solidFill>
                <a:latin typeface="Helvetica Neue"/>
              </a:rPr>
              <a:t>  [ ] TF32 enabled (default on A100)</a:t>
            </a:r>
          </a:p>
        </p:txBody>
      </p:sp>
      <p:sp>
        <p:nvSpPr>
          <p:cNvPr id="50" name="Ref"/>
          <p:cNvSpPr txBox="1"/>
          <p:nvPr/>
        </p:nvSpPr>
        <p:spPr>
          <a:xfrm>
            <a:off x="311700" y="4900000"/>
            <a:ext cx="8520600" cy="18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t" anchorCtr="0">
            <a:noAutofit/>
          </a:bodyPr>
          <a:lstStyle/>
          <a:p>
            <a:pPr marL="0" indent="0">
              <a:buNone/>
            </a:pPr>
            <a:r>
              <a:rPr lang="en-US" sz="900" i="1" dirty="0">
                <a:solidFill>
                  <a:srgbClr val="7F7F7F"/>
                </a:solidFill>
                <a:latin typeface="Helvetica Neue"/>
              </a:rPr>
              <a:t>Ref: PyTorch Performance Tuning Guide; NVIDIA TF32 Documentation (docs.nvidia.com)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G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1"/>
          <p:cNvSpPr/>
          <p:nvPr/>
        </p:nvSpPr>
        <p:spPr>
          <a:xfrm>
            <a:off x="0" y="0"/>
            <a:ext cx="9144000" cy="210172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rtlCol="0" anchor="ctr"/>
          <a:lstStyle/>
          <a:p>
            <a:endParaRPr lang="en-US" sz="1200" dirty="0"/>
          </a:p>
        </p:txBody>
      </p:sp>
      <p:sp>
        <p:nvSpPr>
          <p:cNvPr id="3" name="R2"/>
          <p:cNvSpPr/>
          <p:nvPr/>
        </p:nvSpPr>
        <p:spPr>
          <a:xfrm>
            <a:off x="0" y="5103529"/>
            <a:ext cx="9144000" cy="67092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rtlCol="0" anchor="ctr"/>
          <a:lstStyle/>
          <a:p>
            <a:endParaRPr lang="en-US" sz="500" dirty="0"/>
          </a:p>
        </p:txBody>
      </p:sp>
      <p:sp>
        <p:nvSpPr>
          <p:cNvPr id="100" name="Ttl"/>
          <p:cNvSpPr txBox="1">
            <a:spLocks noGrp="1"/>
          </p:cNvSpPr>
          <p:nvPr>
            <p:ph type="title"/>
          </p:nvPr>
        </p:nvSpPr>
        <p:spPr>
          <a:xfrm>
            <a:off x="311700" y="207100"/>
            <a:ext cx="8520600" cy="555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 algn="l"/>
            <a:r>
              <a:rPr lang="en-US" sz="2000" b="1" dirty="0">
                <a:solidFill>
                  <a:schemeClr val="tx1"/>
                </a:solidFill>
              </a:rPr>
              <a:t>Putting It All Together: The Production-Ready Training Script Template</a:t>
            </a:r>
          </a:p>
        </p:txBody>
      </p:sp>
      <p:sp>
        <p:nvSpPr>
          <p:cNvPr id="10" name="Body"/>
          <p:cNvSpPr txBox="1"/>
          <p:nvPr/>
        </p:nvSpPr>
        <p:spPr>
          <a:xfrm>
            <a:off x="311700" y="709436"/>
            <a:ext cx="8520600" cy="404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77500" lnSpcReduction="20000"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002060"/>
                </a:solidFill>
                <a:latin typeface="Helvetica Neue"/>
              </a:rPr>
              <a:t>The Complete Training Template</a:t>
            </a:r>
          </a:p>
          <a:p>
            <a:pPr marL="228600" indent="0">
              <a:buNone/>
            </a:pPr>
            <a:r>
              <a:rPr lang="en-US" sz="1050" b="0" i="1" dirty="0">
                <a:solidFill>
                  <a:srgbClr val="1F3864"/>
                </a:solidFill>
                <a:latin typeface="Consolas"/>
              </a:rPr>
              <a:t>import torch, torch.nn as nn</a:t>
            </a:r>
          </a:p>
          <a:p>
            <a:pPr marL="228600" indent="0">
              <a:buNone/>
            </a:pPr>
            <a:r>
              <a:rPr lang="en-US" sz="1050" b="0" i="1" dirty="0">
                <a:solidFill>
                  <a:srgbClr val="1F3864"/>
                </a:solidFill>
                <a:latin typeface="Consolas"/>
              </a:rPr>
              <a:t>from torch.utils.data import DataLoader</a:t>
            </a:r>
          </a:p>
          <a:p>
            <a:pPr marL="228600" indent="0">
              <a:buNone/>
            </a:pPr>
            <a:r>
              <a:rPr lang="en-US" sz="1050" b="0" i="1" dirty="0">
                <a:solidFill>
                  <a:srgbClr val="1F3864"/>
                </a:solidFill>
                <a:latin typeface="Consolas"/>
              </a:rPr>
              <a:t>from torch.cuda.amp import autocast, GradScaler</a:t>
            </a:r>
          </a:p>
          <a:p>
            <a:pPr marL="0" indent="0">
              <a:buNone/>
            </a:pPr>
            <a:endParaRPr lang="en-US" sz="600" dirty="0"/>
          </a:p>
          <a:p>
            <a:pPr marL="228600" indent="0">
              <a:buNone/>
            </a:pPr>
            <a:r>
              <a:rPr lang="en-US" sz="1050" b="0" i="1" dirty="0">
                <a:solidFill>
                  <a:srgbClr val="1F3864"/>
                </a:solidFill>
                <a:latin typeface="Consolas"/>
              </a:rPr>
              <a:t># 1. Setup</a:t>
            </a:r>
          </a:p>
          <a:p>
            <a:pPr marL="228600" indent="0">
              <a:buNone/>
            </a:pPr>
            <a:r>
              <a:rPr lang="en-US" sz="1050" b="0" i="1" dirty="0">
                <a:solidFill>
                  <a:srgbClr val="1F3864"/>
                </a:solidFill>
                <a:latin typeface="Consolas"/>
              </a:rPr>
              <a:t>device = torch.device('cuda' if torch.cuda.is_available() else 'cpu')</a:t>
            </a:r>
          </a:p>
          <a:p>
            <a:pPr marL="228600" indent="0">
              <a:buNone/>
            </a:pPr>
            <a:r>
              <a:rPr lang="en-US" sz="1050" b="0" i="1" dirty="0">
                <a:solidFill>
                  <a:srgbClr val="1F3864"/>
                </a:solidFill>
                <a:latin typeface="Consolas"/>
              </a:rPr>
              <a:t>model  = MyModel().to(device)</a:t>
            </a:r>
          </a:p>
          <a:p>
            <a:pPr marL="228600" indent="0">
              <a:buNone/>
            </a:pPr>
            <a:r>
              <a:rPr lang="en-US" sz="1050" b="0" i="1" dirty="0">
                <a:solidFill>
                  <a:srgbClr val="1F3864"/>
                </a:solidFill>
                <a:latin typeface="Consolas"/>
              </a:rPr>
              <a:t>model  = torch.compile(model)           # compile for speed</a:t>
            </a:r>
          </a:p>
          <a:p>
            <a:pPr marL="228600" indent="0">
              <a:buNone/>
            </a:pPr>
            <a:r>
              <a:rPr lang="en-US" sz="1050" b="0" i="1" dirty="0">
                <a:solidFill>
                  <a:srgbClr val="1F3864"/>
                </a:solidFill>
                <a:latin typeface="Consolas"/>
              </a:rPr>
              <a:t>optimizer = torch.optim.AdamW(model.parameters(), lr=3e-4, weight_decay=0.1)</a:t>
            </a:r>
          </a:p>
          <a:p>
            <a:pPr marL="228600" indent="0">
              <a:buNone/>
            </a:pPr>
            <a:r>
              <a:rPr lang="en-US" sz="1050" b="0" i="1" dirty="0">
                <a:solidFill>
                  <a:srgbClr val="1F3864"/>
                </a:solidFill>
                <a:latin typeface="Consolas"/>
              </a:rPr>
              <a:t>scheduler = torch.optim.lr_scheduler.CosineAnnealingLR(optimizer, T_max=epochs)</a:t>
            </a:r>
          </a:p>
          <a:p>
            <a:pPr marL="228600" indent="0">
              <a:buNone/>
            </a:pPr>
            <a:r>
              <a:rPr lang="en-US" sz="1050" b="0" i="1" dirty="0">
                <a:solidFill>
                  <a:srgbClr val="1F3864"/>
                </a:solidFill>
                <a:latin typeface="Consolas"/>
              </a:rPr>
              <a:t>criterion = nn.CrossEntropyLoss(label_smoothing=0.1)</a:t>
            </a:r>
          </a:p>
          <a:p>
            <a:pPr marL="228600" indent="0">
              <a:buNone/>
            </a:pPr>
            <a:r>
              <a:rPr lang="en-US" sz="1050" b="0" i="1" dirty="0">
                <a:solidFill>
                  <a:srgbClr val="1F3864"/>
                </a:solidFill>
                <a:latin typeface="Consolas"/>
              </a:rPr>
              <a:t>scaler    = GradScaler()</a:t>
            </a:r>
          </a:p>
          <a:p>
            <a:pPr marL="0" indent="0">
              <a:buNone/>
            </a:pPr>
            <a:endParaRPr lang="en-US" sz="600" dirty="0"/>
          </a:p>
          <a:p>
            <a:pPr marL="228600" indent="0">
              <a:buNone/>
            </a:pPr>
            <a:r>
              <a:rPr lang="en-US" sz="1050" b="0" i="1" dirty="0">
                <a:solidFill>
                  <a:srgbClr val="1F3864"/>
                </a:solidFill>
                <a:latin typeface="Consolas"/>
              </a:rPr>
              <a:t># 2. DataLoaders</a:t>
            </a:r>
          </a:p>
          <a:p>
            <a:pPr marL="228600" indent="0">
              <a:buNone/>
            </a:pPr>
            <a:r>
              <a:rPr lang="en-US" sz="1050" b="0" i="1" dirty="0">
                <a:solidFill>
                  <a:srgbClr val="1F3864"/>
                </a:solidFill>
                <a:latin typeface="Consolas"/>
              </a:rPr>
              <a:t>train_loader = DataLoader(train_ds, batch_size=128, shuffle=True,</a:t>
            </a:r>
          </a:p>
          <a:p>
            <a:pPr marL="228600" indent="0">
              <a:buNone/>
            </a:pPr>
            <a:r>
              <a:rPr lang="en-US" sz="1050" b="0" i="1" dirty="0">
                <a:solidFill>
                  <a:srgbClr val="1F3864"/>
                </a:solidFill>
                <a:latin typeface="Consolas"/>
              </a:rPr>
              <a:t>    num_workers=8, pin_memory=True, persistent_workers=True, drop_last=True)</a:t>
            </a:r>
          </a:p>
          <a:p>
            <a:pPr marL="228600" indent="0">
              <a:buNone/>
            </a:pPr>
            <a:r>
              <a:rPr lang="en-US" sz="1050" b="0" i="1" dirty="0">
                <a:solidFill>
                  <a:srgbClr val="1F3864"/>
                </a:solidFill>
                <a:latin typeface="Consolas"/>
              </a:rPr>
              <a:t>val_loader   = DataLoader(val_ds, batch_size=256, shuffle=False,</a:t>
            </a:r>
          </a:p>
          <a:p>
            <a:pPr marL="228600" indent="0">
              <a:buNone/>
            </a:pPr>
            <a:r>
              <a:rPr lang="en-US" sz="1050" b="0" i="1" dirty="0">
                <a:solidFill>
                  <a:srgbClr val="1F3864"/>
                </a:solidFill>
                <a:latin typeface="Consolas"/>
              </a:rPr>
              <a:t>    num_workers=8, pin_memory=True, persistent_workers=True)</a:t>
            </a:r>
          </a:p>
          <a:p>
            <a:pPr marL="0" indent="0">
              <a:buNone/>
            </a:pPr>
            <a:endParaRPr lang="en-US" sz="600" dirty="0"/>
          </a:p>
          <a:p>
            <a:pPr marL="228600" indent="0">
              <a:buNone/>
            </a:pPr>
            <a:r>
              <a:rPr lang="en-US" sz="1050" b="0" i="1" dirty="0">
                <a:solidFill>
                  <a:srgbClr val="1F3864"/>
                </a:solidFill>
                <a:latin typeface="Consolas"/>
              </a:rPr>
              <a:t># 3. Training loop</a:t>
            </a:r>
          </a:p>
          <a:p>
            <a:pPr marL="228600" indent="0">
              <a:buNone/>
            </a:pPr>
            <a:r>
              <a:rPr lang="en-US" sz="1050" b="0" i="1" dirty="0">
                <a:solidFill>
                  <a:srgbClr val="1F3864"/>
                </a:solidFill>
                <a:latin typeface="Consolas"/>
              </a:rPr>
              <a:t>best_val_loss = float('inf')</a:t>
            </a:r>
          </a:p>
          <a:p>
            <a:pPr marL="228600" indent="0">
              <a:buNone/>
            </a:pPr>
            <a:r>
              <a:rPr lang="en-US" sz="1050" b="0" i="1" dirty="0">
                <a:solidFill>
                  <a:srgbClr val="1F3864"/>
                </a:solidFill>
                <a:latin typeface="Consolas"/>
              </a:rPr>
              <a:t>for epoch in range(epochs):</a:t>
            </a:r>
          </a:p>
          <a:p>
            <a:pPr marL="228600" indent="0">
              <a:buNone/>
            </a:pPr>
            <a:r>
              <a:rPr lang="en-US" sz="1050" b="0" i="1" dirty="0">
                <a:solidFill>
                  <a:srgbClr val="1F3864"/>
                </a:solidFill>
                <a:latin typeface="Consolas"/>
              </a:rPr>
              <a:t>    model.train()</a:t>
            </a:r>
          </a:p>
          <a:p>
            <a:pPr marL="228600" indent="0">
              <a:buNone/>
            </a:pPr>
            <a:r>
              <a:rPr lang="en-US" sz="1050" b="0" i="1" dirty="0">
                <a:solidFill>
                  <a:srgbClr val="1F3864"/>
                </a:solidFill>
                <a:latin typeface="Consolas"/>
              </a:rPr>
              <a:t>    for x, y in train_loader:</a:t>
            </a:r>
          </a:p>
          <a:p>
            <a:pPr marL="228600" indent="0">
              <a:buNone/>
            </a:pPr>
            <a:r>
              <a:rPr lang="en-US" sz="1050" b="0" i="1" dirty="0">
                <a:solidFill>
                  <a:srgbClr val="1F3864"/>
                </a:solidFill>
                <a:latin typeface="Consolas"/>
              </a:rPr>
              <a:t>        x, y = x.to(device), y.to(device)</a:t>
            </a:r>
          </a:p>
          <a:p>
            <a:pPr marL="228600" indent="0">
              <a:buNone/>
            </a:pPr>
            <a:r>
              <a:rPr lang="en-US" sz="1050" b="0" i="1" dirty="0">
                <a:solidFill>
                  <a:srgbClr val="1F3864"/>
                </a:solidFill>
                <a:latin typeface="Consolas"/>
              </a:rPr>
              <a:t>        optimizer.zero_grad(set_to_none=True)</a:t>
            </a:r>
          </a:p>
          <a:p>
            <a:pPr marL="228600" indent="0">
              <a:buNone/>
            </a:pPr>
            <a:r>
              <a:rPr lang="en-US" sz="1050" b="0" i="1" dirty="0">
                <a:solidFill>
                  <a:srgbClr val="1F3864"/>
                </a:solidFill>
                <a:latin typeface="Consolas"/>
              </a:rPr>
              <a:t>        with autocast(dtype=torch.bfloat16):</a:t>
            </a:r>
          </a:p>
          <a:p>
            <a:pPr marL="228600" indent="0">
              <a:buNone/>
            </a:pPr>
            <a:r>
              <a:rPr lang="en-US" sz="1050" b="0" i="1" dirty="0">
                <a:solidFill>
                  <a:srgbClr val="1F3864"/>
                </a:solidFill>
                <a:latin typeface="Consolas"/>
              </a:rPr>
              <a:t>            logits = model(x)</a:t>
            </a:r>
          </a:p>
          <a:p>
            <a:pPr marL="228600" indent="0">
              <a:buNone/>
            </a:pPr>
            <a:r>
              <a:rPr lang="en-US" sz="1050" b="0" i="1" dirty="0">
                <a:solidFill>
                  <a:srgbClr val="1F3864"/>
                </a:solidFill>
                <a:latin typeface="Consolas"/>
              </a:rPr>
              <a:t>            loss   = criterion(logits, y)</a:t>
            </a:r>
          </a:p>
          <a:p>
            <a:pPr marL="228600" indent="0">
              <a:buNone/>
            </a:pPr>
            <a:r>
              <a:rPr lang="en-US" sz="1050" b="0" i="1" dirty="0">
                <a:solidFill>
                  <a:srgbClr val="1F3864"/>
                </a:solidFill>
                <a:latin typeface="Consolas"/>
              </a:rPr>
              <a:t>        scaler.scale(loss).backward()</a:t>
            </a:r>
          </a:p>
          <a:p>
            <a:pPr marL="228600" indent="0">
              <a:buNone/>
            </a:pPr>
            <a:r>
              <a:rPr lang="en-US" sz="1050" b="0" i="1" dirty="0">
                <a:solidFill>
                  <a:srgbClr val="1F3864"/>
                </a:solidFill>
                <a:latin typeface="Consolas"/>
              </a:rPr>
              <a:t>        scaler.unscale_(optimizer)</a:t>
            </a:r>
          </a:p>
          <a:p>
            <a:pPr marL="228600" indent="0">
              <a:buNone/>
            </a:pPr>
            <a:r>
              <a:rPr lang="en-US" sz="1050" b="0" i="1" dirty="0">
                <a:solidFill>
                  <a:srgbClr val="1F3864"/>
                </a:solidFill>
                <a:latin typeface="Consolas"/>
              </a:rPr>
              <a:t>        nn.utils.clip_grad_norm_(model.parameters(), 1.0)</a:t>
            </a:r>
          </a:p>
          <a:p>
            <a:pPr marL="228600" indent="0">
              <a:buNone/>
            </a:pPr>
            <a:r>
              <a:rPr lang="en-US" sz="1050" b="0" i="1" dirty="0">
                <a:solidFill>
                  <a:srgbClr val="1F3864"/>
                </a:solidFill>
                <a:latin typeface="Consolas"/>
              </a:rPr>
              <a:t>        scaler.step(optimizer); scaler.update()</a:t>
            </a:r>
          </a:p>
          <a:p>
            <a:pPr marL="228600" indent="0">
              <a:buNone/>
            </a:pPr>
            <a:r>
              <a:rPr lang="en-US" sz="1050" b="0" i="1" dirty="0">
                <a:solidFill>
                  <a:srgbClr val="1F3864"/>
                </a:solidFill>
                <a:latin typeface="Consolas"/>
              </a:rPr>
              <a:t>    scheduler.step()</a:t>
            </a:r>
          </a:p>
          <a:p>
            <a:pPr marL="228600" indent="0">
              <a:buNone/>
            </a:pPr>
            <a:r>
              <a:rPr lang="en-US" sz="1050" b="0" i="1" dirty="0">
                <a:solidFill>
                  <a:srgbClr val="1F3864"/>
                </a:solidFill>
                <a:latin typeface="Consolas"/>
              </a:rPr>
              <a:t>    # 4. Validate and checkpoint</a:t>
            </a:r>
          </a:p>
          <a:p>
            <a:pPr marL="228600" indent="0">
              <a:buNone/>
            </a:pPr>
            <a:r>
              <a:rPr lang="en-US" sz="1050" b="0" i="1" dirty="0">
                <a:solidFill>
                  <a:srgbClr val="1F3864"/>
                </a:solidFill>
                <a:latin typeface="Consolas"/>
              </a:rPr>
              <a:t>    val_loss, val_acc = evaluate(model, val_loader, criterion, device)</a:t>
            </a:r>
          </a:p>
          <a:p>
            <a:pPr marL="228600" indent="0">
              <a:buNone/>
            </a:pPr>
            <a:r>
              <a:rPr lang="en-US" sz="1050" b="0" i="1" dirty="0">
                <a:solidFill>
                  <a:srgbClr val="1F3864"/>
                </a:solidFill>
                <a:latin typeface="Consolas"/>
              </a:rPr>
              <a:t>    if val_loss &lt; best_val_loss:</a:t>
            </a:r>
          </a:p>
          <a:p>
            <a:pPr marL="228600" indent="0">
              <a:buNone/>
            </a:pPr>
            <a:r>
              <a:rPr lang="en-US" sz="1050" b="0" i="1" dirty="0">
                <a:solidFill>
                  <a:srgbClr val="1F3864"/>
                </a:solidFill>
                <a:latin typeface="Consolas"/>
              </a:rPr>
              <a:t>        best_val_loss = val_loss</a:t>
            </a:r>
          </a:p>
          <a:p>
            <a:pPr marL="228600" indent="0">
              <a:buNone/>
            </a:pPr>
            <a:r>
              <a:rPr lang="en-US" sz="1050" b="0" i="1" dirty="0">
                <a:solidFill>
                  <a:srgbClr val="1F3864"/>
                </a:solidFill>
                <a:latin typeface="Consolas"/>
              </a:rPr>
              <a:t>        torch.save(model.state_dict(), 'best_model.pth')</a:t>
            </a:r>
          </a:p>
        </p:txBody>
      </p:sp>
      <p:sp>
        <p:nvSpPr>
          <p:cNvPr id="50" name="Ref"/>
          <p:cNvSpPr txBox="1"/>
          <p:nvPr/>
        </p:nvSpPr>
        <p:spPr>
          <a:xfrm>
            <a:off x="311700" y="4900000"/>
            <a:ext cx="8520600" cy="18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t" anchorCtr="0">
            <a:noAutofit/>
          </a:bodyPr>
          <a:lstStyle/>
          <a:p>
            <a:pPr marL="0" indent="0">
              <a:buNone/>
            </a:pPr>
            <a:r>
              <a:rPr lang="en-US" sz="900" i="1" dirty="0">
                <a:solidFill>
                  <a:srgbClr val="7F7F7F"/>
                </a:solidFill>
                <a:latin typeface="Helvetica Neue"/>
              </a:rPr>
              <a:t>Ref: PyTorch Lightning, HuggingFace Trainer — all implement this same pattern internally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G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1"/>
          <p:cNvSpPr/>
          <p:nvPr/>
        </p:nvSpPr>
        <p:spPr>
          <a:xfrm>
            <a:off x="0" y="0"/>
            <a:ext cx="9144000" cy="210172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rtlCol="0" anchor="ctr"/>
          <a:lstStyle/>
          <a:p>
            <a:endParaRPr lang="en-US" sz="1200" dirty="0"/>
          </a:p>
        </p:txBody>
      </p:sp>
      <p:sp>
        <p:nvSpPr>
          <p:cNvPr id="3" name="R2"/>
          <p:cNvSpPr/>
          <p:nvPr/>
        </p:nvSpPr>
        <p:spPr>
          <a:xfrm>
            <a:off x="0" y="5103529"/>
            <a:ext cx="9144000" cy="67092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rtlCol="0" anchor="ctr"/>
          <a:lstStyle/>
          <a:p>
            <a:endParaRPr lang="en-US" sz="500" dirty="0"/>
          </a:p>
        </p:txBody>
      </p:sp>
      <p:sp>
        <p:nvSpPr>
          <p:cNvPr id="100" name="Ttl"/>
          <p:cNvSpPr txBox="1">
            <a:spLocks noGrp="1"/>
          </p:cNvSpPr>
          <p:nvPr>
            <p:ph type="title"/>
          </p:nvPr>
        </p:nvSpPr>
        <p:spPr>
          <a:xfrm>
            <a:off x="311700" y="207100"/>
            <a:ext cx="8520600" cy="555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lvl="0" algn="l"/>
            <a:r>
              <a:rPr lang="en-US" b="1" dirty="0">
                <a:solidFill>
                  <a:schemeClr val="tx1"/>
                </a:solidFill>
              </a:rPr>
              <a:t>Segment 5 Summary: First Steps in Performance</a:t>
            </a:r>
          </a:p>
        </p:txBody>
      </p:sp>
      <p:sp>
        <p:nvSpPr>
          <p:cNvPr id="10" name="Body"/>
          <p:cNvSpPr txBox="1"/>
          <p:nvPr/>
        </p:nvSpPr>
        <p:spPr>
          <a:xfrm>
            <a:off x="311700" y="856537"/>
            <a:ext cx="8520600" cy="404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285750" indent="-285750">
              <a:buFont typeface="Arial"/>
              <a:buChar char="✓"/>
            </a:pPr>
            <a:r>
              <a:rPr lang="en-US" sz="1400" dirty="0">
                <a:solidFill>
                  <a:srgbClr val="000000"/>
                </a:solidFill>
                <a:latin typeface="Helvetica Neue"/>
              </a:rPr>
              <a:t>AMP with autocast(dtype=torch.bfloat16) gives ~2x speedup and ~2x VRAM reduction in three lines — it is the single highest-impact optimisation with the lowest risk</a:t>
            </a:r>
          </a:p>
          <a:p>
            <a:pPr marL="0" indent="0">
              <a:buNone/>
            </a:pPr>
            <a:endParaRPr lang="en-US" sz="600" dirty="0"/>
          </a:p>
          <a:p>
            <a:pPr marL="285750" indent="-285750">
              <a:buFont typeface="Arial"/>
              <a:buChar char="✓"/>
            </a:pPr>
            <a:r>
              <a:rPr lang="en-US" sz="1400" dirty="0">
                <a:solidFill>
                  <a:srgbClr val="000000"/>
                </a:solidFill>
                <a:latin typeface="Helvetica Neue"/>
              </a:rPr>
              <a:t>torch.compile(model) requires zero model changes and delivers 20-50% additional speedup on Transformers by eliminating Python dispatch overhead and fusing adjacent operations</a:t>
            </a:r>
          </a:p>
          <a:p>
            <a:pPr marL="0" indent="0">
              <a:buNone/>
            </a:pPr>
            <a:endParaRPr lang="en-US" sz="600" dirty="0"/>
          </a:p>
          <a:p>
            <a:pPr marL="285750" indent="-285750">
              <a:buFont typeface="Arial"/>
              <a:buChar char="✓"/>
            </a:pPr>
            <a:r>
              <a:rPr lang="en-US" sz="1400" dirty="0">
                <a:solidFill>
                  <a:srgbClr val="000000"/>
                </a:solidFill>
                <a:latin typeface="Helvetica Neue"/>
              </a:rPr>
              <a:t>TF32 is enabled by default on A100/H100: matmul runs on Tensor Cores at 19-bit precision with FP32 interface — ~3x faster than true FP32 at negligible accuracy cost</a:t>
            </a:r>
          </a:p>
          <a:p>
            <a:pPr marL="0" indent="0">
              <a:buNone/>
            </a:pPr>
            <a:endParaRPr lang="en-US" sz="600" dirty="0"/>
          </a:p>
          <a:p>
            <a:pPr marL="285750" indent="-285750">
              <a:buFont typeface="Arial"/>
              <a:buChar char="✓"/>
            </a:pPr>
            <a:r>
              <a:rPr lang="en-US" sz="1400" dirty="0">
                <a:solidFill>
                  <a:srgbClr val="000000"/>
                </a:solidFill>
                <a:latin typeface="Helvetica Neue"/>
              </a:rPr>
              <a:t>The six most common mistakes: missing model.train()/eval(), not zeroing gradients, num_workers=0, data not on GPU, calling forward() directly, timing without synchronise</a:t>
            </a:r>
          </a:p>
          <a:p>
            <a:pPr marL="0" indent="0">
              <a:buNone/>
            </a:pPr>
            <a:endParaRPr lang="en-US" sz="600" dirty="0"/>
          </a:p>
          <a:p>
            <a:pPr marL="285750" indent="-285750">
              <a:buFont typeface="Arial"/>
              <a:buChar char="✓"/>
            </a:pPr>
            <a:r>
              <a:rPr lang="en-US" sz="1400" dirty="0">
                <a:solidFill>
                  <a:srgbClr val="000000"/>
                </a:solidFill>
                <a:latin typeface="Helvetica Neue"/>
              </a:rPr>
              <a:t>Apply optimisations in order: AMP first (always), then torch.compile (usually), then DataLoader tuning, then profiling — never optimise without measuring before and after</a:t>
            </a:r>
          </a:p>
          <a:p>
            <a:pPr marL="0" indent="0">
              <a:buNone/>
            </a:pPr>
            <a:endParaRPr lang="en-US" sz="6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7">
          <a:extLst>
            <a:ext uri="{FF2B5EF4-FFF2-40B4-BE49-F238E27FC236}">
              <a16:creationId xmlns:a16="http://schemas.microsoft.com/office/drawing/2014/main" id="{9504B2B0-47A9-5698-7076-399DA624B5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29">
            <a:extLst>
              <a:ext uri="{FF2B5EF4-FFF2-40B4-BE49-F238E27FC236}">
                <a16:creationId xmlns:a16="http://schemas.microsoft.com/office/drawing/2014/main" id="{6700D62D-DE44-5D7A-F6DF-775832F9F0A2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40</a:t>
            </a:fld>
            <a:endParaRPr/>
          </a:p>
        </p:txBody>
      </p:sp>
      <p:sp>
        <p:nvSpPr>
          <p:cNvPr id="229" name="Google Shape;229;p29">
            <a:extLst>
              <a:ext uri="{FF2B5EF4-FFF2-40B4-BE49-F238E27FC236}">
                <a16:creationId xmlns:a16="http://schemas.microsoft.com/office/drawing/2014/main" id="{F57A4D2D-D148-6EE2-C13A-BC1246C5047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2069200"/>
            <a:ext cx="6960900" cy="793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4800" dirty="0">
                <a:solidFill>
                  <a:schemeClr val="tx1"/>
                </a:solidFill>
              </a:rPr>
              <a:t>Thank you!</a:t>
            </a:r>
            <a:endParaRPr sz="3000" dirty="0">
              <a:solidFill>
                <a:schemeClr val="tx1"/>
              </a:solidFill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6BFD1A3-5B60-8A3A-F97E-BFFA2CFDD522}"/>
              </a:ext>
            </a:extLst>
          </p:cNvPr>
          <p:cNvSpPr/>
          <p:nvPr/>
        </p:nvSpPr>
        <p:spPr>
          <a:xfrm>
            <a:off x="0" y="0"/>
            <a:ext cx="9144000" cy="210172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200" dirty="0">
              <a:latin typeface="Aptos Display" panose="020B0004020202020204" pitchFamily="34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43C280A-6A21-7E17-A33F-575D64C1EB37}"/>
              </a:ext>
            </a:extLst>
          </p:cNvPr>
          <p:cNvSpPr/>
          <p:nvPr/>
        </p:nvSpPr>
        <p:spPr>
          <a:xfrm>
            <a:off x="0" y="5103529"/>
            <a:ext cx="9144000" cy="67092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500" dirty="0">
              <a:latin typeface="Aptos Display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82198134"/>
      </p:ext>
    </p:extLst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1756</TotalTime>
  <Words>11068</Words>
  <Application>Microsoft Office PowerPoint</Application>
  <PresentationFormat>On-screen Show (16:9)</PresentationFormat>
  <Paragraphs>1214</Paragraphs>
  <Slides>40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40</vt:i4>
      </vt:variant>
    </vt:vector>
  </HeadingPairs>
  <TitlesOfParts>
    <vt:vector size="46" baseType="lpstr">
      <vt:lpstr>Aptos Mono</vt:lpstr>
      <vt:lpstr>Arial</vt:lpstr>
      <vt:lpstr>Helvetica Neue</vt:lpstr>
      <vt:lpstr>Aptos Display</vt:lpstr>
      <vt:lpstr>Consolas</vt:lpstr>
      <vt:lpstr>Simple Light</vt:lpstr>
      <vt:lpstr>NPTEL</vt:lpstr>
      <vt:lpstr>Week 04: PyTorch for Accelerated Training Seg 1: Tensors &amp; Autograd | Seg 2: Building Models with nn.Module | Seg 3: The Training Loop | Seg 4: DataLoader &amp; Data Pipeline | Seg 5: First Steps in Performance</vt:lpstr>
      <vt:lpstr>Segment 1: PyTorch Tensors, Autograd &amp; the Computational Graph The mathematical building block of every neural network — and how PyTorch tracks every operation to compute gradients automatically</vt:lpstr>
      <vt:lpstr>Learning Objectives — Segment 1</vt:lpstr>
      <vt:lpstr>PyTorch Tensors: The N-Dimensional Array at the Core of AI</vt:lpstr>
      <vt:lpstr>PowerPoint Presentation</vt:lpstr>
      <vt:lpstr>PowerPoint Presentation</vt:lpstr>
      <vt:lpstr>Broadcasting: How PyTorch Handles Differently-Shaped Tensors</vt:lpstr>
      <vt:lpstr>Autograd: Automatic Differentiation: How PyTorch Learns</vt:lpstr>
      <vt:lpstr>The Computational Graph in Detail</vt:lpstr>
      <vt:lpstr>Segment 1 Summary: Tensors &amp; Autograd</vt:lpstr>
      <vt:lpstr>Segment 2: Building Neural Networks with nn.Module From raw matrix multiplications to well-organised, inspectable, saveable neural network models</vt:lpstr>
      <vt:lpstr>Learning Objectives — Segment 2</vt:lpstr>
      <vt:lpstr>torch.nn.Module: The Building Block of All Models</vt:lpstr>
      <vt:lpstr>Built-in Layers: The Vocabulary of Neural Network Design</vt:lpstr>
      <vt:lpstr>Composing Models with nn.Sequential and Custom Architectures</vt:lpstr>
      <vt:lpstr>Defining a Complete Model: A Worked Example</vt:lpstr>
      <vt:lpstr>Segment 2 Summary: Building Models with nn.Module</vt:lpstr>
      <vt:lpstr>Segment 3: The Standard Training Loop The heartbeat of AI training — forward pass, loss, backward pass, optimiser step — repeated millions of times</vt:lpstr>
      <vt:lpstr>Learning Objectives — Segment 3</vt:lpstr>
      <vt:lpstr>The Training Loop: Step by Step</vt:lpstr>
      <vt:lpstr>Optimisers: How Weights Are Updated</vt:lpstr>
      <vt:lpstr>Loss Functions: Matching the Task to the Criterion</vt:lpstr>
      <vt:lpstr>Validation Loop, Checkpointing &amp; Complete Training Template</vt:lpstr>
      <vt:lpstr>Segment 3 Summary: The Training Loop</vt:lpstr>
      <vt:lpstr>Segment 4: DataLoader — Feeding the Model Efficiently The bridge between your data on disk and your model on GPU — and why getting this right matters as much as the model itself</vt:lpstr>
      <vt:lpstr>Learning Objectives — Segment 4</vt:lpstr>
      <vt:lpstr>torch.utils.data.Dataset: Teaching PyTorch How to Read Your Data</vt:lpstr>
      <vt:lpstr>DataLoader: The Engine That Feeds Your GPU</vt:lpstr>
      <vt:lpstr>Image Transforms: Preprocessing Your Data</vt:lpstr>
      <vt:lpstr>Diagnosing DataLoader Bottlenecks</vt:lpstr>
      <vt:lpstr>Segment 4 Summary: DataLoader &amp; Data Pipeline</vt:lpstr>
      <vt:lpstr>Segment 5: First Steps in Performance — AMP, torch.compile &amp; Key Practices The minimum set of optimisations every PyTorch practitioner must apply before going deeper</vt:lpstr>
      <vt:lpstr>Learning Objectives — Segment 5</vt:lpstr>
      <vt:lpstr>Automatic Mixed Precision (AMP): The Easiest 2x Speedup</vt:lpstr>
      <vt:lpstr>torch.compile: One Line to Faster Training</vt:lpstr>
      <vt:lpstr>Six Common Performance Mistakes and Their Fixes</vt:lpstr>
      <vt:lpstr>Putting It All Together: The Production-Ready Training Script Template</vt:lpstr>
      <vt:lpstr>Segment 5 Summary: First Steps in Performance</vt:lpstr>
      <vt:lpstr>Thank you!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Bachelor of Science (Honours) in Data Science and Artificial Intelligence</dc:title>
  <cp:lastModifiedBy>satyajit das</cp:lastModifiedBy>
  <cp:revision>56</cp:revision>
  <dcterms:modified xsi:type="dcterms:W3CDTF">2026-03-23T05:38:26Z</dcterms:modified>
</cp:coreProperties>
</file>