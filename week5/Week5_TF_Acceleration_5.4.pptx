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503" r:id="rId2"/>
    <p:sldId id="591" r:id="rId3"/>
    <p:sldId id="592" r:id="rId4"/>
    <p:sldId id="593" r:id="rId5"/>
    <p:sldId id="594" r:id="rId6"/>
    <p:sldId id="595" r:id="rId7"/>
    <p:sldId id="575" r:id="rId8"/>
  </p:sldIdLst>
  <p:sldSz cx="9144000" cy="5143500" type="screen16x9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7520-CCCE-4E99-8219-DD1C9D6E4396}" v="10" dt="2026-03-12T13:25:02.260"/>
  </p1510:revLst>
</p1510:revInfo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4: Introduction to XLA Compilation (Demo)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What is XLA? | How XLA Works | Enabling XLA | Demo and Results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What is XLA?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XLA: Accelerated Linear Algebra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 domain-specific compiler for linear algebra designed to accelerate TF models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Developed by Google; integrated into TensorFlow, JAX, and PyTorch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Compiles TF computation graphs into optimized machine code for target hardware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Why XLA Was Created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Standard GPU execution: each TF op launches a separate CUDA kernel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Overhead: kernel launch latency + intermediate memory reads/writes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XLA fuses many ops into a single kernel → less overhead, better utilization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Supported Hardware Targets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CPU: generates optimized LLVM IR for x86, ARM, etc.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GPU: generates optimized CUDA/PTX code for NVIDIA GPUs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TPU: the primary target; entire TPU execution is XLA-based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Experimental: support for AMD ROCm GPUs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XLA vs Standard TF Execution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Standard: 1 TF op = 1 kernel launch per op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XLA: fuses multiple ops into 1 kernel → significant speedup for TPU/GPU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How XLA Works: Compilation Pipeline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Step 1: HLO (High-Level Optimizer) IR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graph is converted to HLO (High-Level Operations) representation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HLO is a simple, hardware-agnostic intermediate representation (IR)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Examples of HLO ops: Dot, Convolution, Reshape, Reduce, Add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Step 2: Graph-Level Optimizations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Algebraic simplification: remove redundant transpose, identity ops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 fusion: merge element-wise and broadcast ops into single kernel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Layout assignment: choose optimal tensor memory layout (NHWC vs NCHW)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Step 3: Backend Code Generation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CPU backend: emits LLVM IR → compiled to native machine code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GPU backend: emits CUDA/PTX → compiled to GPU binary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TPU backend: generates TPU-specific binary via Tensor Cores instructions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The Key Optimization: Fusion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Without fusion: Conv → write to HBM → ReLU reads from HBM → write back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With fusion: Conv+ReLU executes in registers; 0 extra HBM round trips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Enabling XLA in TensorFlow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Method 1: jit_compile=True (Recommended)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Add jit_compile=True to @tf.function decorator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@tf.function(jit_compile=True) def train_step(x, y): ...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Only the decorated function is XLA-compiled; rest remains eager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Method 2: Global XLA with TF_XLA_FLAGS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Set environment variable: TF_XLA_FLAGS='--tf_xla_auto_jit=2'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Automatically JIT-compiles all eligible ops in the program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Good for quick experiments; less control than per-function annotation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Method 3: Keras compile() with jit_compile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model.compile(optimizer=..., loss=..., jit_compile=True)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XLA-compiles the training step, evaluation step, and prediction step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Most convenient for standard Keras training workflows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XLA Cannot Compile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Dynamic shapes where sizes change at runtime (use static shapes)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Python control flow dependent on tensor values (use tf.cond instead)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Custom ops without XLA kernel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XLA Compilation: Demo and Results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Demo Setup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Task: ResNet-50 training on CIFAR-10 (batch size=128, float32)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Hardware: NVIDIA A100 GPU, TensorFlow 2.12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Compare: standard @tf.function vs @tf.function(jit_compile=True)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Observed Results (Typical Range)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Standard: ~410 images/sec, step time ~312ms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XLA-compiled: ~610 images/sec, step time ~209ms → ~1.5x speedup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Memory usage reduced: fewer intermediate buffers due to fusion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XLA Compilation Overhead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First call with new shapes: JIT compilation occurs (can take 10-60 seconds)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Compiled artifact is cached; subsequent calls use cached binary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Warm-up cost: worth it for long training runs; less so for inference bursts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When XLA Helps Most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Element-wise and reduction-heavy models (Transformers, attention layers)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TPU training (XLA is mandatory; all TPU execution goes through XLA)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Models with static input shapes and no dynamic control flow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745</Words>
  <Application>Microsoft Office PowerPoint</Application>
  <PresentationFormat>On-screen Show (16:9)</PresentationFormat>
  <Paragraphs>80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 Display</vt:lpstr>
      <vt:lpstr>Helvetica Neue</vt:lpstr>
      <vt:lpstr>Arial</vt:lpstr>
      <vt:lpstr>Simple Light</vt:lpstr>
      <vt:lpstr>NPTEL</vt:lpstr>
      <vt:lpstr>Segment 4: Introduction to XLA Compilation (Demo)  What is XLA? | How XLA Works | Enabling XLA | Demo and Results </vt:lpstr>
      <vt:lpstr>What is XLA?</vt:lpstr>
      <vt:lpstr>How XLA Works: Compilation Pipeline</vt:lpstr>
      <vt:lpstr>Enabling XLA in TensorFlow</vt:lpstr>
      <vt:lpstr>XLA Compilation: Demo and Results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51</cp:revision>
  <dcterms:modified xsi:type="dcterms:W3CDTF">2026-03-30T07:38:27Z</dcterms:modified>
</cp:coreProperties>
</file>