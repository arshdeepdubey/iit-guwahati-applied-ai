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503" r:id="rId2"/>
    <p:sldId id="586" r:id="rId3"/>
    <p:sldId id="587" r:id="rId4"/>
    <p:sldId id="588" r:id="rId5"/>
    <p:sldId id="589" r:id="rId6"/>
    <p:sldId id="590" r:id="rId7"/>
    <p:sldId id="575" r:id="rId8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3: Graph Execution &amp; TensorFlow Optimization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@tf.function | AutoGraph | Graph Tracing | TF Profiler | Optimization Techniques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@tf.function and AutoGraph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@tf.function: Turning Python into a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Decorator that compiles a Python function into a TF computation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 traces the function and builds a graph (FunctionDef)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Subsequent calls execute the compiled graph; no Python interpreter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Speed-up: 2-10x faster vs eager for compute-heavy operations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AutoGraph: Python Control Flow in Graphs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converts Python if/else, for, while into TF ops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if condition: becomes tf.cond(); for loop becomes tf.while_loop()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 writing natural Python code that runs as an optimized graph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Best Practices for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Do: use tf.Tensor inputs; avoid modifying Python lists inside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Do: use tf.print instead of Python print for inside-graph debugging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Avoid: calling Python-side effects (print, append) inside the 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Avoid: using Python variables that change between calls (triggers retrace)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Graph Tracing and Retracing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Tracing?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When @tf.function is called for the first time, TF runs the Python code once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It records all TF operations encountered and builds a concrete 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The concrete function is keyed by the input signature (dtype + shape)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Retracing: When It Happens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New input signature detected (e.g., different shapes or dtypes)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variables (not tf.Tensor) used inside the function change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Calling with a new Python value (not tensor) causes a retrace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How to Avoid Excessive Retracing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input_signature=[ tf.TensorSpec(shape, dtype) ] to fix signature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Pass scalars as tf.constant() rather than raw Python integers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tf.function(reduce_retracing=True) for dynamic-shape inputs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Checking Traces with tf.summary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concrete_function.graph to inspect the generated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Tracing print() calls execute only once; use tf.print for runtime output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TF Profiler and Performance Analysis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TensorFlow Profiler Overview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Built-in tool for capturing performance traces of TF programs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Accessible via TensorBoard (tf.profiler.experimental.start/stop)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Captures: Op-level stats, device utilization, memory usage, input pipeline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Key Profiler Views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Overview Page: high-level step time breakdown (input vs compute)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Trace Viewer: timeline of all ops across CPU and GPU streams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Stats: per-op self-time, device placement, total compute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Input Pipeline Analyzer: identifies data pipeline bottlenecks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Interpreting Results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High CPU time in input pipeline → optimize tf.data or use prefetch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Long gaps between GPU ops → kernel launch overhead, use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Low GPU utilization → batch size too small or I/O bound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Quick Profiling Code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tf.profiler.experimental.start(logdir); model.fit(...); tf.profiler.experimental.stop()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Additional TF Optimization Techniques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Operator Fusion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Grappler optimizer combines adjacent ops (e.g., Conv + BiasAdd + ReLU)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Reduces kernel launch overhead and intermediate memory allocations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applied when using @tf.function graph execution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Constant Folding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Pre-computes subgraphs whose inputs are known constants at compile 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Eliminates redundant computation on every forward pass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Example: tf.constant(2) * tf.constant(3) → tf.constant(6) in the graph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Memory Optimization: tf.Variable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tf.Variable enables in-place updates, reusing the same GPU memory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 creating new tensors inside training loops (use tf.Variable)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Pin variables to GPU: with tf.device('/GPU:0'): var = tf.Variable(...)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Mixed Precision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float16 for compute, float32 for accumulation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tf.keras.mixed_precision.set_global_policy('mixed_float16')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723</Words>
  <Application>Microsoft Office PowerPoint</Application>
  <PresentationFormat>On-screen Show (16:9)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Helvetica Neue</vt:lpstr>
      <vt:lpstr>Aptos Display</vt:lpstr>
      <vt:lpstr>Arial</vt:lpstr>
      <vt:lpstr>Simple Light</vt:lpstr>
      <vt:lpstr>NPTEL</vt:lpstr>
      <vt:lpstr>Segment 3: Graph Execution &amp; TensorFlow Optimization  @tf.function | AutoGraph | Graph Tracing | TF Profiler | Optimization Techniques </vt:lpstr>
      <vt:lpstr>@tf.function and AutoGraph</vt:lpstr>
      <vt:lpstr>Graph Tracing and Retracing</vt:lpstr>
      <vt:lpstr>TF Profiler and Performance Analysis</vt:lpstr>
      <vt:lpstr>Additional TF Optimization Techniques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51</cp:revision>
  <dcterms:modified xsi:type="dcterms:W3CDTF">2026-03-30T07:37:54Z</dcterms:modified>
</cp:coreProperties>
</file>