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503" r:id="rId2"/>
    <p:sldId id="581" r:id="rId3"/>
    <p:sldId id="582" r:id="rId4"/>
    <p:sldId id="583" r:id="rId5"/>
    <p:sldId id="584" r:id="rId6"/>
    <p:sldId id="585" r:id="rId7"/>
    <p:sldId id="575" r:id="rId8"/>
  </p:sldIdLst>
  <p:sldSz cx="9144000" cy="5143500" type="screen16x9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2: Optimizing Input Pipelines with tf.data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Data Pipeline Bottleneck | tf.data API | Transformations | Optimization Techniques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The Data Pipeline Bottleneck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Why Input Pipelines Matter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Modern GPUs can process thousands of images per second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If the CPU cannot load/preprocess data fast enough, GPU stalls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slow input pipeline can waste 40-70% of available GPU time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Naive Pipeline (Sequential, Slow)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1: Load batch from disk (I/O wait)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2: Preprocess on CPU (CPU compute)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3: Transfer to GPU (PCIe transfer)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Step 4: GPU forward/backward pass ← GPU is idle during steps 1-3!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Optimized Pipeline (Overlapped, Fast)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Prefetch: CPU prepares batch N+1 while GPU processes batch 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Parallel reads: multiple threads loading files concurrently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Vectorized operations: process entire batches, not single examples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tf.data API Overview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tf.data?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TensorFlow’s unified data loading and preprocessing API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Builds lazy, composable data pipelines that execute in C++ runtime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Handles files, in-memory arrays, generators, and external sources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Core Abstraction: tf.data.Dataset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Represents a sequence of elements; each element has the same structure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Created from sources: tf.data.Dataset.from_tensor_slices(), from_generator()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File sources: tf.data.TFRecordDataset, TextLineDataset, FixedLengthRecordDataset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Pipeline Creation Pattern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 = tf.data.Dataset.from_tensor_slices((images, labels))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 = dataset.shuffle(1000).batch(32).map(preprocess_fn)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 = dataset.prefetch(tf.data.AUTOTUNE)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AUTOTUNE: TF runtime dynamically tunes buffer sizes at runtime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Key tf.data Transformations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.map(fn, num_parallel_calls=AUTOTUNE)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Apply a preprocessing function to each element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num_parallel_calls=tf.data.AUTOTUNE for multi-threaded execution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Tip: combine with @tf.function for graph-mode preprocessing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.batch(batch_size, drop_remainder=True)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Groups consecutive elements into batches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drop_remainder=True ensures fixed-size batches (important for TPUs)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Consider .batch() AFTER .map() to vectorize preprocessing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.shuffle(buffer_size)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Randomly shuffles elements within a buffer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Larger buffer = better randomness; at the cost of memory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Reshuffle_each_iteration=True for epoch-level randomness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600" b="1" dirty="0">
                <a:solidFill>
                  <a:srgbClr val="000000"/>
                </a:solidFill>
                <a:latin typeface="Helvetica Neue"/>
              </a:rPr>
              <a:t>.cache() and .repeat()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.cache(): caches dataset in memory or disk after first epoch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.repeat(): cycles through the dataset for multiple epochs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Pipeline Optimization Techniques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Prefetching: The Most Impactful Optimization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dataset.prefetch(tf.data.AUTOTUNE) overlaps CPU and GPU work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automatically determines how many batches to prefetch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Result: GPU is never idle waiting for data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Parallelizing File Reads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tf.data.Dataset.list_files(pattern).interleave(load_fn, num_parallel_calls=AUTOTUNE)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Reads multiple files concurrently, hides I/O latency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Especially useful for network file systems (NFS, GCS, S3)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Use TFRecord Format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Binary format optimized for TensorFlow’s sequential reads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Much faster than reading individual JPEG/PNG files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Supports tf.train.Example for structured data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Vectorized Mapping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Apply .batch() BEFORE .map() to process batch at once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Single function call over N elements instead of N separate calls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652</Words>
  <Application>Microsoft Office PowerPoint</Application>
  <PresentationFormat>On-screen Show (16:9)</PresentationFormat>
  <Paragraphs>73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 Display</vt:lpstr>
      <vt:lpstr>Helvetica Neue</vt:lpstr>
      <vt:lpstr>Arial</vt:lpstr>
      <vt:lpstr>Simple Light</vt:lpstr>
      <vt:lpstr>NPTEL</vt:lpstr>
      <vt:lpstr>Segment 2: Optimizing Input Pipelines with tf.data  Data Pipeline Bottleneck | tf.data API | Transformations | Optimization Techniques </vt:lpstr>
      <vt:lpstr>The Data Pipeline Bottleneck</vt:lpstr>
      <vt:lpstr>tf.data API Overview</vt:lpstr>
      <vt:lpstr>Key tf.data Transformations</vt:lpstr>
      <vt:lpstr>Pipeline Optimization Techniques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51</cp:revision>
  <dcterms:modified xsi:type="dcterms:W3CDTF">2026-03-30T07:37:11Z</dcterms:modified>
</cp:coreProperties>
</file>