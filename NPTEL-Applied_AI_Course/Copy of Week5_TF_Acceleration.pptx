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503" r:id="rId2"/>
    <p:sldId id="504" r:id="rId3"/>
    <p:sldId id="435" r:id="rId4"/>
    <p:sldId id="576" r:id="rId5"/>
    <p:sldId id="577" r:id="rId6"/>
    <p:sldId id="578" r:id="rId7"/>
    <p:sldId id="579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587" r:id="rId16"/>
    <p:sldId id="588" r:id="rId17"/>
    <p:sldId id="589" r:id="rId18"/>
    <p:sldId id="590" r:id="rId19"/>
    <p:sldId id="591" r:id="rId20"/>
    <p:sldId id="592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0" r:id="rId29"/>
    <p:sldId id="574" r:id="rId30"/>
    <p:sldId id="575" r:id="rId31"/>
  </p:sldIdLst>
  <p:sldSz cx="9144000" cy="5143500" type="screen16x9"/>
  <p:notesSz cx="6858000" cy="9144000"/>
  <p:embeddedFontLst>
    <p:embeddedFont>
      <p:font typeface="Helvetica Neue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520-CCCE-4E99-8219-DD1C9D6E4396}" v="10" dt="2026-03-12T13:25:02.260"/>
  </p1510:revLst>
</p1510:revInfo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na Sharma" userId="dcb60f0d-6c15-4987-8821-0c571d033c21" providerId="ADAL" clId="{98A97512-4555-4F9D-80A9-C2ECE69E8812}"/>
    <pc:docChg chg="custSel delSld modSld modMainMaster">
      <pc:chgData name="Teena Sharma" userId="dcb60f0d-6c15-4987-8821-0c571d033c21" providerId="ADAL" clId="{98A97512-4555-4F9D-80A9-C2ECE69E8812}" dt="2026-03-12T13:26:26.687" v="193" actId="20577"/>
      <pc:docMkLst>
        <pc:docMk/>
      </pc:docMkLst>
      <pc:sldChg chg="del">
        <pc:chgData name="Teena Sharma" userId="dcb60f0d-6c15-4987-8821-0c571d033c21" providerId="ADAL" clId="{98A97512-4555-4F9D-80A9-C2ECE69E8812}" dt="2026-03-12T13:23:39.225" v="24" actId="47"/>
        <pc:sldMkLst>
          <pc:docMk/>
          <pc:sldMk cId="0" sldId="26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0" sldId="261"/>
        </pc:sldMkLst>
      </pc:sldChg>
      <pc:sldChg chg="del">
        <pc:chgData name="Teena Sharma" userId="dcb60f0d-6c15-4987-8821-0c571d033c21" providerId="ADAL" clId="{98A97512-4555-4F9D-80A9-C2ECE69E8812}" dt="2026-03-12T13:23:39.070" v="21" actId="47"/>
        <pc:sldMkLst>
          <pc:docMk/>
          <pc:sldMk cId="3618951463" sldId="31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3352001" sldId="32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38126852" sldId="32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22216440" sldId="335"/>
        </pc:sldMkLst>
      </pc:sldChg>
      <pc:sldChg chg="del">
        <pc:chgData name="Teena Sharma" userId="dcb60f0d-6c15-4987-8821-0c571d033c21" providerId="ADAL" clId="{98A97512-4555-4F9D-80A9-C2ECE69E8812}" dt="2026-03-12T13:23:37.811" v="12" actId="47"/>
        <pc:sldMkLst>
          <pc:docMk/>
          <pc:sldMk cId="1063830602" sldId="34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50592391" sldId="34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35331567" sldId="342"/>
        </pc:sldMkLst>
      </pc:sldChg>
      <pc:sldChg chg="del">
        <pc:chgData name="Teena Sharma" userId="dcb60f0d-6c15-4987-8821-0c571d033c21" providerId="ADAL" clId="{98A97512-4555-4F9D-80A9-C2ECE69E8812}" dt="2026-03-12T13:23:38.919" v="17" actId="47"/>
        <pc:sldMkLst>
          <pc:docMk/>
          <pc:sldMk cId="3295111161" sldId="343"/>
        </pc:sldMkLst>
      </pc:sldChg>
      <pc:sldChg chg="del">
        <pc:chgData name="Teena Sharma" userId="dcb60f0d-6c15-4987-8821-0c571d033c21" providerId="ADAL" clId="{98A97512-4555-4F9D-80A9-C2ECE69E8812}" dt="2026-03-12T13:23:39.005" v="19" actId="47"/>
        <pc:sldMkLst>
          <pc:docMk/>
          <pc:sldMk cId="78218586" sldId="344"/>
        </pc:sldMkLst>
      </pc:sldChg>
      <pc:sldChg chg="del">
        <pc:chgData name="Teena Sharma" userId="dcb60f0d-6c15-4987-8821-0c571d033c21" providerId="ADAL" clId="{98A97512-4555-4F9D-80A9-C2ECE69E8812}" dt="2026-03-12T13:23:39.039" v="20" actId="47"/>
        <pc:sldMkLst>
          <pc:docMk/>
          <pc:sldMk cId="4073735488" sldId="345"/>
        </pc:sldMkLst>
      </pc:sldChg>
      <pc:sldChg chg="del">
        <pc:chgData name="Teena Sharma" userId="dcb60f0d-6c15-4987-8821-0c571d033c21" providerId="ADAL" clId="{98A97512-4555-4F9D-80A9-C2ECE69E8812}" dt="2026-03-12T13:23:39.117" v="22" actId="47"/>
        <pc:sldMkLst>
          <pc:docMk/>
          <pc:sldMk cId="2494061710" sldId="346"/>
        </pc:sldMkLst>
      </pc:sldChg>
      <pc:sldChg chg="del">
        <pc:chgData name="Teena Sharma" userId="dcb60f0d-6c15-4987-8821-0c571d033c21" providerId="ADAL" clId="{98A97512-4555-4F9D-80A9-C2ECE69E8812}" dt="2026-03-12T13:23:39.165" v="23" actId="47"/>
        <pc:sldMkLst>
          <pc:docMk/>
          <pc:sldMk cId="2777221960" sldId="347"/>
        </pc:sldMkLst>
      </pc:sldChg>
      <pc:sldChg chg="del">
        <pc:chgData name="Teena Sharma" userId="dcb60f0d-6c15-4987-8821-0c571d033c21" providerId="ADAL" clId="{98A97512-4555-4F9D-80A9-C2ECE69E8812}" dt="2026-03-12T13:23:39.293" v="25" actId="47"/>
        <pc:sldMkLst>
          <pc:docMk/>
          <pc:sldMk cId="1782831843" sldId="348"/>
        </pc:sldMkLst>
      </pc:sldChg>
      <pc:sldChg chg="del">
        <pc:chgData name="Teena Sharma" userId="dcb60f0d-6c15-4987-8821-0c571d033c21" providerId="ADAL" clId="{98A97512-4555-4F9D-80A9-C2ECE69E8812}" dt="2026-03-12T13:23:39.373" v="26" actId="47"/>
        <pc:sldMkLst>
          <pc:docMk/>
          <pc:sldMk cId="3538336990" sldId="349"/>
        </pc:sldMkLst>
      </pc:sldChg>
      <pc:sldChg chg="del">
        <pc:chgData name="Teena Sharma" userId="dcb60f0d-6c15-4987-8821-0c571d033c21" providerId="ADAL" clId="{98A97512-4555-4F9D-80A9-C2ECE69E8812}" dt="2026-03-12T13:23:39.406" v="27" actId="47"/>
        <pc:sldMkLst>
          <pc:docMk/>
          <pc:sldMk cId="4180889829" sldId="35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91241333" sldId="35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198419236" sldId="353"/>
        </pc:sldMkLst>
      </pc:sldChg>
      <pc:sldChg chg="del">
        <pc:chgData name="Teena Sharma" userId="dcb60f0d-6c15-4987-8821-0c571d033c21" providerId="ADAL" clId="{98A97512-4555-4F9D-80A9-C2ECE69E8812}" dt="2026-03-12T13:23:40.395" v="36" actId="47"/>
        <pc:sldMkLst>
          <pc:docMk/>
          <pc:sldMk cId="452106803" sldId="36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93513304" sldId="3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29870564" sldId="37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97080900" sldId="38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36122372" sldId="38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85403867" sldId="39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99948819" sldId="39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18171241" sldId="394"/>
        </pc:sldMkLst>
      </pc:sldChg>
      <pc:sldChg chg="del">
        <pc:chgData name="Teena Sharma" userId="dcb60f0d-6c15-4987-8821-0c571d033c21" providerId="ADAL" clId="{98A97512-4555-4F9D-80A9-C2ECE69E8812}" dt="2026-03-12T13:23:39.457" v="28" actId="47"/>
        <pc:sldMkLst>
          <pc:docMk/>
          <pc:sldMk cId="775157963" sldId="426"/>
        </pc:sldMkLst>
      </pc:sldChg>
      <pc:sldChg chg="del">
        <pc:chgData name="Teena Sharma" userId="dcb60f0d-6c15-4987-8821-0c571d033c21" providerId="ADAL" clId="{98A97512-4555-4F9D-80A9-C2ECE69E8812}" dt="2026-03-12T13:23:39.500" v="29" actId="47"/>
        <pc:sldMkLst>
          <pc:docMk/>
          <pc:sldMk cId="1710151930" sldId="427"/>
        </pc:sldMkLst>
      </pc:sldChg>
      <pc:sldChg chg="del">
        <pc:chgData name="Teena Sharma" userId="dcb60f0d-6c15-4987-8821-0c571d033c21" providerId="ADAL" clId="{98A97512-4555-4F9D-80A9-C2ECE69E8812}" dt="2026-03-12T13:23:39.583" v="30" actId="47"/>
        <pc:sldMkLst>
          <pc:docMk/>
          <pc:sldMk cId="2660140096" sldId="428"/>
        </pc:sldMkLst>
      </pc:sldChg>
      <pc:sldChg chg="del">
        <pc:chgData name="Teena Sharma" userId="dcb60f0d-6c15-4987-8821-0c571d033c21" providerId="ADAL" clId="{98A97512-4555-4F9D-80A9-C2ECE69E8812}" dt="2026-03-12T13:23:39.643" v="31" actId="47"/>
        <pc:sldMkLst>
          <pc:docMk/>
          <pc:sldMk cId="1587512575" sldId="429"/>
        </pc:sldMkLst>
      </pc:sldChg>
      <pc:sldChg chg="del">
        <pc:chgData name="Teena Sharma" userId="dcb60f0d-6c15-4987-8821-0c571d033c21" providerId="ADAL" clId="{98A97512-4555-4F9D-80A9-C2ECE69E8812}" dt="2026-03-12T13:23:39.722" v="32" actId="47"/>
        <pc:sldMkLst>
          <pc:docMk/>
          <pc:sldMk cId="3214029182" sldId="430"/>
        </pc:sldMkLst>
      </pc:sldChg>
      <pc:sldChg chg="del">
        <pc:chgData name="Teena Sharma" userId="dcb60f0d-6c15-4987-8821-0c571d033c21" providerId="ADAL" clId="{98A97512-4555-4F9D-80A9-C2ECE69E8812}" dt="2026-03-12T13:23:39.818" v="33" actId="47"/>
        <pc:sldMkLst>
          <pc:docMk/>
          <pc:sldMk cId="3829596849" sldId="431"/>
        </pc:sldMkLst>
      </pc:sldChg>
      <pc:sldChg chg="del">
        <pc:chgData name="Teena Sharma" userId="dcb60f0d-6c15-4987-8821-0c571d033c21" providerId="ADAL" clId="{98A97512-4555-4F9D-80A9-C2ECE69E8812}" dt="2026-03-12T13:23:40.090" v="34" actId="47"/>
        <pc:sldMkLst>
          <pc:docMk/>
          <pc:sldMk cId="3821172188" sldId="43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98489257" sldId="434"/>
        </pc:sldMkLst>
      </pc:sldChg>
      <pc:sldChg chg="modSp mod modNotesTx">
        <pc:chgData name="Teena Sharma" userId="dcb60f0d-6c15-4987-8821-0c571d033c21" providerId="ADAL" clId="{98A97512-4555-4F9D-80A9-C2ECE69E8812}" dt="2026-03-12T13:26:26.687" v="193" actId="20577"/>
        <pc:sldMkLst>
          <pc:docMk/>
          <pc:sldMk cId="731788177" sldId="435"/>
        </pc:sldMkLst>
        <pc:spChg chg="mod">
          <ac:chgData name="Teena Sharma" userId="dcb60f0d-6c15-4987-8821-0c571d033c21" providerId="ADAL" clId="{98A97512-4555-4F9D-80A9-C2ECE69E8812}" dt="2026-03-12T13:26:06.497" v="187" actId="20577"/>
          <ac:spMkLst>
            <pc:docMk/>
            <pc:sldMk cId="731788177" sldId="435"/>
            <ac:spMk id="2" creationId="{0234D445-F045-354C-35CE-9879578C81FE}"/>
          </ac:spMkLst>
        </pc:spChg>
        <pc:spChg chg="mod">
          <ac:chgData name="Teena Sharma" userId="dcb60f0d-6c15-4987-8821-0c571d033c21" providerId="ADAL" clId="{98A97512-4555-4F9D-80A9-C2ECE69E8812}" dt="2026-03-12T13:24:55.597" v="109" actId="20577"/>
          <ac:spMkLst>
            <pc:docMk/>
            <pc:sldMk cId="731788177" sldId="435"/>
            <ac:spMk id="13" creationId="{B5B3A0CF-C4A4-457C-A220-6D7ACABEB223}"/>
          </ac:spMkLst>
        </pc:spChg>
        <pc:spChg chg="mod">
          <ac:chgData name="Teena Sharma" userId="dcb60f0d-6c15-4987-8821-0c571d033c21" providerId="ADAL" clId="{98A97512-4555-4F9D-80A9-C2ECE69E8812}" dt="2026-03-12T13:24:59.140" v="112" actId="20577"/>
          <ac:spMkLst>
            <pc:docMk/>
            <pc:sldMk cId="731788177" sldId="435"/>
            <ac:spMk id="14" creationId="{AFA9FDAF-BBA1-4AE6-8EEE-C22C51598C93}"/>
          </ac:spMkLst>
        </pc:spChg>
        <pc:spChg chg="mod">
          <ac:chgData name="Teena Sharma" userId="dcb60f0d-6c15-4987-8821-0c571d033c21" providerId="ADAL" clId="{98A97512-4555-4F9D-80A9-C2ECE69E8812}" dt="2026-03-12T13:25:04.271" v="117" actId="20577"/>
          <ac:spMkLst>
            <pc:docMk/>
            <pc:sldMk cId="731788177" sldId="435"/>
            <ac:spMk id="15" creationId="{14336FEB-0F74-4225-B2D8-73A9D528C57E}"/>
          </ac:spMkLst>
        </pc:spChg>
        <pc:spChg chg="mod">
          <ac:chgData name="Teena Sharma" userId="dcb60f0d-6c15-4987-8821-0c571d033c21" providerId="ADAL" clId="{98A97512-4555-4F9D-80A9-C2ECE69E8812}" dt="2026-03-12T13:24:36.724" v="94" actId="20577"/>
          <ac:spMkLst>
            <pc:docMk/>
            <pc:sldMk cId="731788177" sldId="435"/>
            <ac:spMk id="116" creationId="{9F8ACED4-AC99-BB53-6668-2DA675DE5A71}"/>
          </ac:spMkLst>
        </pc:spChg>
        <pc:spChg chg="mod">
          <ac:chgData name="Teena Sharma" userId="dcb60f0d-6c15-4987-8821-0c571d033c21" providerId="ADAL" clId="{98A97512-4555-4F9D-80A9-C2ECE69E8812}" dt="2026-03-12T13:24:42.502" v="97" actId="20577"/>
          <ac:spMkLst>
            <pc:docMk/>
            <pc:sldMk cId="731788177" sldId="435"/>
            <ac:spMk id="117" creationId="{AE635300-ACCC-9D7D-0461-DAA9032D26BD}"/>
          </ac:spMkLst>
        </pc:spChg>
        <pc:spChg chg="mod">
          <ac:chgData name="Teena Sharma" userId="dcb60f0d-6c15-4987-8821-0c571d033c21" providerId="ADAL" clId="{98A97512-4555-4F9D-80A9-C2ECE69E8812}" dt="2026-03-12T13:24:45.691" v="100" actId="20577"/>
          <ac:spMkLst>
            <pc:docMk/>
            <pc:sldMk cId="731788177" sldId="435"/>
            <ac:spMk id="118" creationId="{0FDC188F-6008-19C2-BE91-C58B72215025}"/>
          </ac:spMkLst>
        </pc:spChg>
        <pc:spChg chg="mod">
          <ac:chgData name="Teena Sharma" userId="dcb60f0d-6c15-4987-8821-0c571d033c21" providerId="ADAL" clId="{98A97512-4555-4F9D-80A9-C2ECE69E8812}" dt="2026-03-12T13:24:49.009" v="103" actId="20577"/>
          <ac:spMkLst>
            <pc:docMk/>
            <pc:sldMk cId="731788177" sldId="435"/>
            <ac:spMk id="119" creationId="{527E82BD-82A8-3242-8742-F6968F77D51B}"/>
          </ac:spMkLst>
        </pc:spChg>
        <pc:spChg chg="mod">
          <ac:chgData name="Teena Sharma" userId="dcb60f0d-6c15-4987-8821-0c571d033c21" providerId="ADAL" clId="{98A97512-4555-4F9D-80A9-C2ECE69E8812}" dt="2026-03-12T13:24:52.307" v="106" actId="20577"/>
          <ac:spMkLst>
            <pc:docMk/>
            <pc:sldMk cId="731788177" sldId="435"/>
            <ac:spMk id="120" creationId="{23D0499C-8BFB-9B05-B76C-DF569496955B}"/>
          </ac:spMkLst>
        </pc:spChg>
      </pc:sldChg>
      <pc:sldChg chg="del">
        <pc:chgData name="Teena Sharma" userId="dcb60f0d-6c15-4987-8821-0c571d033c21" providerId="ADAL" clId="{98A97512-4555-4F9D-80A9-C2ECE69E8812}" dt="2026-03-12T13:23:37.953" v="13" actId="47"/>
        <pc:sldMkLst>
          <pc:docMk/>
          <pc:sldMk cId="2183347326" sldId="436"/>
        </pc:sldMkLst>
      </pc:sldChg>
      <pc:sldChg chg="del">
        <pc:chgData name="Teena Sharma" userId="dcb60f0d-6c15-4987-8821-0c571d033c21" providerId="ADAL" clId="{98A97512-4555-4F9D-80A9-C2ECE69E8812}" dt="2026-03-12T13:23:38.154" v="14" actId="47"/>
        <pc:sldMkLst>
          <pc:docMk/>
          <pc:sldMk cId="567377628" sldId="437"/>
        </pc:sldMkLst>
      </pc:sldChg>
      <pc:sldChg chg="del">
        <pc:chgData name="Teena Sharma" userId="dcb60f0d-6c15-4987-8821-0c571d033c21" providerId="ADAL" clId="{98A97512-4555-4F9D-80A9-C2ECE69E8812}" dt="2026-03-12T13:23:38.272" v="15" actId="47"/>
        <pc:sldMkLst>
          <pc:docMk/>
          <pc:sldMk cId="2681044040" sldId="438"/>
        </pc:sldMkLst>
      </pc:sldChg>
      <pc:sldChg chg="del">
        <pc:chgData name="Teena Sharma" userId="dcb60f0d-6c15-4987-8821-0c571d033c21" providerId="ADAL" clId="{98A97512-4555-4F9D-80A9-C2ECE69E8812}" dt="2026-03-12T13:23:38.415" v="16" actId="47"/>
        <pc:sldMkLst>
          <pc:docMk/>
          <pc:sldMk cId="532829696" sldId="439"/>
        </pc:sldMkLst>
      </pc:sldChg>
      <pc:sldChg chg="del">
        <pc:chgData name="Teena Sharma" userId="dcb60f0d-6c15-4987-8821-0c571d033c21" providerId="ADAL" clId="{98A97512-4555-4F9D-80A9-C2ECE69E8812}" dt="2026-03-12T13:23:38.962" v="18" actId="47"/>
        <pc:sldMkLst>
          <pc:docMk/>
          <pc:sldMk cId="3265116520" sldId="440"/>
        </pc:sldMkLst>
      </pc:sldChg>
      <pc:sldChg chg="del">
        <pc:chgData name="Teena Sharma" userId="dcb60f0d-6c15-4987-8821-0c571d033c21" providerId="ADAL" clId="{98A97512-4555-4F9D-80A9-C2ECE69E8812}" dt="2026-03-12T13:23:40.329" v="35" actId="47"/>
        <pc:sldMkLst>
          <pc:docMk/>
          <pc:sldMk cId="4045281809" sldId="44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31210909" sldId="44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52662416" sldId="44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780002271" sldId="44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962283447" sldId="44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396192447" sldId="44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73609650" sldId="44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02908350" sldId="45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453842580" sldId="45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46453245" sldId="45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47358640" sldId="45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95562253" sldId="45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54904138" sldId="45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83937050" sldId="46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87460297" sldId="46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993574833" sldId="46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72637752" sldId="46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824569041" sldId="46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36014489" sldId="46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93127892" sldId="4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254263252" sldId="47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80957007" sldId="47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287594087" sldId="47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774642752" sldId="47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96755051" sldId="47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80975509" sldId="47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25204401" sldId="47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38418089" sldId="47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62890679" sldId="47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13654463" sldId="48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96953719" sldId="48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3680355" sldId="48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950835791" sldId="48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164203489" sldId="48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925688592" sldId="48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34934782" sldId="48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928901637" sldId="49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0081159" sldId="49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28106882" sldId="49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693656606" sldId="49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7864047" sldId="49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06205478" sldId="495"/>
        </pc:sldMkLst>
      </pc:sldChg>
      <pc:sldChg chg="addSp delSp modSp mod modNotesTx">
        <pc:chgData name="Teena Sharma" userId="dcb60f0d-6c15-4987-8821-0c571d033c21" providerId="ADAL" clId="{98A97512-4555-4F9D-80A9-C2ECE69E8812}" dt="2026-03-12T13:26:09.421" v="188" actId="20577"/>
        <pc:sldMkLst>
          <pc:docMk/>
          <pc:sldMk cId="2704997675" sldId="502"/>
        </pc:sldMkLst>
        <pc:spChg chg="mod">
          <ac:chgData name="Teena Sharma" userId="dcb60f0d-6c15-4987-8821-0c571d033c21" providerId="ADAL" clId="{98A97512-4555-4F9D-80A9-C2ECE69E8812}" dt="2026-03-12T13:24:18.111" v="70" actId="20577"/>
          <ac:spMkLst>
            <pc:docMk/>
            <pc:sldMk cId="2704997675" sldId="502"/>
            <ac:spMk id="2" creationId="{4EA40659-9880-2A0D-BA61-9B348F591E3F}"/>
          </ac:spMkLst>
        </pc:spChg>
        <pc:spChg chg="del">
          <ac:chgData name="Teena Sharma" userId="dcb60f0d-6c15-4987-8821-0c571d033c21" providerId="ADAL" clId="{98A97512-4555-4F9D-80A9-C2ECE69E8812}" dt="2026-03-12T13:24:23.777" v="72" actId="478"/>
          <ac:spMkLst>
            <pc:docMk/>
            <pc:sldMk cId="2704997675" sldId="502"/>
            <ac:spMk id="3" creationId="{C2997ACD-F74A-F0B2-F80B-6DEEF263B1D7}"/>
          </ac:spMkLst>
        </pc:spChg>
        <pc:spChg chg="mod">
          <ac:chgData name="Teena Sharma" userId="dcb60f0d-6c15-4987-8821-0c571d033c21" providerId="ADAL" clId="{98A97512-4555-4F9D-80A9-C2ECE69E8812}" dt="2026-03-12T13:26:09.421" v="188" actId="20577"/>
          <ac:spMkLst>
            <pc:docMk/>
            <pc:sldMk cId="2704997675" sldId="502"/>
            <ac:spMk id="5" creationId="{4EDA24D5-DFA4-969F-0241-0C224B0687D0}"/>
          </ac:spMkLst>
        </pc:spChg>
        <pc:spChg chg="add mod">
          <ac:chgData name="Teena Sharma" userId="dcb60f0d-6c15-4987-8821-0c571d033c21" providerId="ADAL" clId="{98A97512-4555-4F9D-80A9-C2ECE69E8812}" dt="2026-03-12T13:24:23.777" v="72" actId="478"/>
          <ac:spMkLst>
            <pc:docMk/>
            <pc:sldMk cId="2704997675" sldId="502"/>
            <ac:spMk id="8" creationId="{E45BAC36-16F6-C078-FD65-A616568F11FA}"/>
          </ac:spMkLst>
        </pc:spChg>
        <pc:picChg chg="del">
          <ac:chgData name="Teena Sharma" userId="dcb60f0d-6c15-4987-8821-0c571d033c21" providerId="ADAL" clId="{98A97512-4555-4F9D-80A9-C2ECE69E8812}" dt="2026-03-12T13:24:21.491" v="71" actId="478"/>
          <ac:picMkLst>
            <pc:docMk/>
            <pc:sldMk cId="2704997675" sldId="502"/>
            <ac:picMk id="4" creationId="{A3E54EB6-B374-640C-0F2D-EAE4A4EE8232}"/>
          </ac:picMkLst>
        </pc:picChg>
      </pc:sldChg>
      <pc:sldChg chg="modSp mod setBg modNotesTx">
        <pc:chgData name="Teena Sharma" userId="dcb60f0d-6c15-4987-8821-0c571d033c21" providerId="ADAL" clId="{98A97512-4555-4F9D-80A9-C2ECE69E8812}" dt="2026-03-12T13:26:21.357" v="191" actId="20577"/>
        <pc:sldMkLst>
          <pc:docMk/>
          <pc:sldMk cId="3871096216" sldId="503"/>
        </pc:sldMkLst>
        <pc:spChg chg="mod">
          <ac:chgData name="Teena Sharma" userId="dcb60f0d-6c15-4987-8821-0c571d033c21" providerId="ADAL" clId="{98A97512-4555-4F9D-80A9-C2ECE69E8812}" dt="2026-03-12T13:25:59.755" v="185" actId="20577"/>
          <ac:spMkLst>
            <pc:docMk/>
            <pc:sldMk cId="3871096216" sldId="503"/>
            <ac:spMk id="2" creationId="{B94CAC84-5A4B-F67B-5393-ADA47A8208BD}"/>
          </ac:spMkLst>
        </pc:spChg>
        <pc:spChg chg="mod">
          <ac:chgData name="Teena Sharma" userId="dcb60f0d-6c15-4987-8821-0c571d033c21" providerId="ADAL" clId="{98A97512-4555-4F9D-80A9-C2ECE69E8812}" dt="2026-03-12T13:25:31.931" v="149" actId="20577"/>
          <ac:spMkLst>
            <pc:docMk/>
            <pc:sldMk cId="3871096216" sldId="503"/>
            <ac:spMk id="11" creationId="{9BC1CA05-7B56-F729-7729-976FFD62408E}"/>
          </ac:spMkLst>
        </pc:spChg>
        <pc:spChg chg="mod">
          <ac:chgData name="Teena Sharma" userId="dcb60f0d-6c15-4987-8821-0c571d033c21" providerId="ADAL" clId="{98A97512-4555-4F9D-80A9-C2ECE69E8812}" dt="2026-03-12T13:25:53.173" v="184" actId="20577"/>
          <ac:spMkLst>
            <pc:docMk/>
            <pc:sldMk cId="3871096216" sldId="503"/>
            <ac:spMk id="14" creationId="{60B22ADA-D87B-5B41-C735-9F7F595D022A}"/>
          </ac:spMkLst>
        </pc:spChg>
      </pc:sldChg>
      <pc:sldChg chg="modSp mod modNotesTx">
        <pc:chgData name="Teena Sharma" userId="dcb60f0d-6c15-4987-8821-0c571d033c21" providerId="ADAL" clId="{98A97512-4555-4F9D-80A9-C2ECE69E8812}" dt="2026-03-12T13:26:24.118" v="192" actId="20577"/>
        <pc:sldMkLst>
          <pc:docMk/>
          <pc:sldMk cId="1864922643" sldId="504"/>
        </pc:sldMkLst>
        <pc:spChg chg="mod">
          <ac:chgData name="Teena Sharma" userId="dcb60f0d-6c15-4987-8821-0c571d033c21" providerId="ADAL" clId="{98A97512-4555-4F9D-80A9-C2ECE69E8812}" dt="2026-03-12T13:26:03.453" v="186" actId="20577"/>
          <ac:spMkLst>
            <pc:docMk/>
            <pc:sldMk cId="1864922643" sldId="504"/>
            <ac:spMk id="2" creationId="{CAAD68C3-E61A-3E8D-4D02-56CDC310BA04}"/>
          </ac:spMkLst>
        </pc:spChg>
        <pc:spChg chg="mod">
          <ac:chgData name="Teena Sharma" userId="dcb60f0d-6c15-4987-8821-0c571d033c21" providerId="ADAL" clId="{98A97512-4555-4F9D-80A9-C2ECE69E8812}" dt="2026-03-12T13:25:20.463" v="131" actId="20577"/>
          <ac:spMkLst>
            <pc:docMk/>
            <pc:sldMk cId="1864922643" sldId="504"/>
            <ac:spMk id="109" creationId="{06FF1FD8-B614-F6CD-4DF8-9A8799BC37A0}"/>
          </ac:spMkLst>
        </pc:spChg>
      </pc:sldChg>
      <pc:sldChg chg="del">
        <pc:chgData name="Teena Sharma" userId="dcb60f0d-6c15-4987-8821-0c571d033c21" providerId="ADAL" clId="{98A97512-4555-4F9D-80A9-C2ECE69E8812}" dt="2026-03-12T13:23:36.003" v="3" actId="47"/>
        <pc:sldMkLst>
          <pc:docMk/>
          <pc:sldMk cId="165543596" sldId="506"/>
        </pc:sldMkLst>
      </pc:sldChg>
      <pc:sldChg chg="del">
        <pc:chgData name="Teena Sharma" userId="dcb60f0d-6c15-4987-8821-0c571d033c21" providerId="ADAL" clId="{98A97512-4555-4F9D-80A9-C2ECE69E8812}" dt="2026-03-12T13:23:36.437" v="4" actId="47"/>
        <pc:sldMkLst>
          <pc:docMk/>
          <pc:sldMk cId="3688309438" sldId="507"/>
        </pc:sldMkLst>
      </pc:sldChg>
      <pc:sldChg chg="del">
        <pc:chgData name="Teena Sharma" userId="dcb60f0d-6c15-4987-8821-0c571d033c21" providerId="ADAL" clId="{98A97512-4555-4F9D-80A9-C2ECE69E8812}" dt="2026-03-12T13:23:36.683" v="5" actId="47"/>
        <pc:sldMkLst>
          <pc:docMk/>
          <pc:sldMk cId="2885732533" sldId="508"/>
        </pc:sldMkLst>
      </pc:sldChg>
      <pc:sldChg chg="del">
        <pc:chgData name="Teena Sharma" userId="dcb60f0d-6c15-4987-8821-0c571d033c21" providerId="ADAL" clId="{98A97512-4555-4F9D-80A9-C2ECE69E8812}" dt="2026-03-12T13:23:36.865" v="6" actId="47"/>
        <pc:sldMkLst>
          <pc:docMk/>
          <pc:sldMk cId="2470905021" sldId="509"/>
        </pc:sldMkLst>
      </pc:sldChg>
      <pc:sldChg chg="del">
        <pc:chgData name="Teena Sharma" userId="dcb60f0d-6c15-4987-8821-0c571d033c21" providerId="ADAL" clId="{98A97512-4555-4F9D-80A9-C2ECE69E8812}" dt="2026-03-12T13:23:37.001" v="7" actId="47"/>
        <pc:sldMkLst>
          <pc:docMk/>
          <pc:sldMk cId="2016854611" sldId="510"/>
        </pc:sldMkLst>
      </pc:sldChg>
      <pc:sldChg chg="del">
        <pc:chgData name="Teena Sharma" userId="dcb60f0d-6c15-4987-8821-0c571d033c21" providerId="ADAL" clId="{98A97512-4555-4F9D-80A9-C2ECE69E8812}" dt="2026-03-12T13:23:37.197" v="8" actId="47"/>
        <pc:sldMkLst>
          <pc:docMk/>
          <pc:sldMk cId="3444650010" sldId="511"/>
        </pc:sldMkLst>
      </pc:sldChg>
      <pc:sldChg chg="del">
        <pc:chgData name="Teena Sharma" userId="dcb60f0d-6c15-4987-8821-0c571d033c21" providerId="ADAL" clId="{98A97512-4555-4F9D-80A9-C2ECE69E8812}" dt="2026-03-12T13:23:37.368" v="9" actId="47"/>
        <pc:sldMkLst>
          <pc:docMk/>
          <pc:sldMk cId="2124706240" sldId="512"/>
        </pc:sldMkLst>
      </pc:sldChg>
      <pc:sldChg chg="del">
        <pc:chgData name="Teena Sharma" userId="dcb60f0d-6c15-4987-8821-0c571d033c21" providerId="ADAL" clId="{98A97512-4555-4F9D-80A9-C2ECE69E8812}" dt="2026-03-12T13:23:37.524" v="10" actId="47"/>
        <pc:sldMkLst>
          <pc:docMk/>
          <pc:sldMk cId="740526681" sldId="513"/>
        </pc:sldMkLst>
      </pc:sldChg>
      <pc:sldChg chg="del">
        <pc:chgData name="Teena Sharma" userId="dcb60f0d-6c15-4987-8821-0c571d033c21" providerId="ADAL" clId="{98A97512-4555-4F9D-80A9-C2ECE69E8812}" dt="2026-03-12T13:23:37.642" v="11" actId="47"/>
        <pc:sldMkLst>
          <pc:docMk/>
          <pc:sldMk cId="4219433480" sldId="51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657118658" sldId="51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60086097" sldId="51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34605234" sldId="52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742615365" sldId="52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18358171" sldId="52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89304209" sldId="52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60958212" sldId="52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53980444" sldId="52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2906375" sldId="52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2931657" sldId="52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83401004" sldId="52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690240870" sldId="52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080455835" sldId="53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596962483" sldId="53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327810261" sldId="53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08316093" sldId="53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856189240" sldId="53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644321190" sldId="53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53050662" sldId="53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417431247" sldId="53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7749204" sldId="53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393498108" sldId="53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271866578" sldId="54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48479245" sldId="54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62313977" sldId="54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588039929" sldId="54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02039302" sldId="54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090590729" sldId="55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27359782" sldId="55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32198095" sldId="55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008382903" sldId="553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851615186" sldId="55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194620782" sldId="55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382653003" sldId="55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067094923" sldId="55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33734319" sldId="55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660431895" sldId="564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755554794" sldId="565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4244862855" sldId="566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481181837" sldId="567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73830409" sldId="568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2981589317" sldId="569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013774940" sldId="570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1556077086" sldId="571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574380713" sldId="572"/>
        </pc:sldMkLst>
      </pc:sldChg>
      <pc:sldChg chg="del">
        <pc:chgData name="Teena Sharma" userId="dcb60f0d-6c15-4987-8821-0c571d033c21" providerId="ADAL" clId="{98A97512-4555-4F9D-80A9-C2ECE69E8812}" dt="2026-03-12T13:23:51.560" v="37" actId="47"/>
        <pc:sldMkLst>
          <pc:docMk/>
          <pc:sldMk cId="3814175659" sldId="573"/>
        </pc:sldMkLst>
      </pc:sldChg>
      <pc:sldChg chg="modSp mod modNotesTx">
        <pc:chgData name="Teena Sharma" userId="dcb60f0d-6c15-4987-8821-0c571d033c21" providerId="ADAL" clId="{98A97512-4555-4F9D-80A9-C2ECE69E8812}" dt="2026-03-12T13:26:12.496" v="189" actId="20577"/>
        <pc:sldMkLst>
          <pc:docMk/>
          <pc:sldMk cId="2944634399" sldId="574"/>
        </pc:sldMkLst>
        <pc:spChg chg="mod">
          <ac:chgData name="Teena Sharma" userId="dcb60f0d-6c15-4987-8821-0c571d033c21" providerId="ADAL" clId="{98A97512-4555-4F9D-80A9-C2ECE69E8812}" dt="2026-03-12T13:26:12.496" v="189" actId="20577"/>
          <ac:spMkLst>
            <pc:docMk/>
            <pc:sldMk cId="2944634399" sldId="574"/>
            <ac:spMk id="2" creationId="{34AB851E-D2BA-0908-F010-A14AE6A5CAC9}"/>
          </ac:spMkLst>
        </pc:spChg>
        <pc:spChg chg="mod">
          <ac:chgData name="Teena Sharma" userId="dcb60f0d-6c15-4987-8821-0c571d033c21" providerId="ADAL" clId="{98A97512-4555-4F9D-80A9-C2ECE69E8812}" dt="2026-03-12T13:24:05.626" v="62" actId="20577"/>
          <ac:spMkLst>
            <pc:docMk/>
            <pc:sldMk cId="2944634399" sldId="574"/>
            <ac:spMk id="22" creationId="{5DD64C2E-D442-E32E-79E4-36AC9D924B55}"/>
          </ac:spMkLst>
        </pc:spChg>
      </pc:sldChg>
      <pc:sldChg chg="modSp mod modNotesTx">
        <pc:chgData name="Teena Sharma" userId="dcb60f0d-6c15-4987-8821-0c571d033c21" providerId="ADAL" clId="{98A97512-4555-4F9D-80A9-C2ECE69E8812}" dt="2026-03-12T13:26:15.428" v="190" actId="20577"/>
        <pc:sldMkLst>
          <pc:docMk/>
          <pc:sldMk cId="2782198134" sldId="575"/>
        </pc:sldMkLst>
        <pc:spChg chg="mod">
          <ac:chgData name="Teena Sharma" userId="dcb60f0d-6c15-4987-8821-0c571d033c21" providerId="ADAL" clId="{98A97512-4555-4F9D-80A9-C2ECE69E8812}" dt="2026-03-12T13:26:15.428" v="190" actId="20577"/>
          <ac:spMkLst>
            <pc:docMk/>
            <pc:sldMk cId="2782198134" sldId="575"/>
            <ac:spMk id="2" creationId="{56BFD1A3-5B60-8A3A-F97E-BFFA2CFDD522}"/>
          </ac:spMkLst>
        </pc:spChg>
      </pc:sldChg>
      <pc:sldMasterChg chg="setBg delSldLayout modSldLayout">
        <pc:chgData name="Teena Sharma" userId="dcb60f0d-6c15-4987-8821-0c571d033c21" providerId="ADAL" clId="{98A97512-4555-4F9D-80A9-C2ECE69E8812}" dt="2026-03-12T13:23:51.560" v="37" actId="47"/>
        <pc:sldMasterMkLst>
          <pc:docMk/>
          <pc:sldMasterMk cId="0" sldId="2147483659"/>
        </pc:sldMasterMkLst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49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50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0" sldId="2147483657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1003168825" sldId="2147483660"/>
          </pc:sldLayoutMkLst>
        </pc:sldLayoutChg>
        <pc:sldLayoutChg chg="del setBg">
          <pc:chgData name="Teena Sharma" userId="dcb60f0d-6c15-4987-8821-0c571d033c21" providerId="ADAL" clId="{98A97512-4555-4F9D-80A9-C2ECE69E8812}" dt="2026-03-12T13:23:51.560" v="37" actId="47"/>
          <pc:sldLayoutMkLst>
            <pc:docMk/>
            <pc:sldMasterMk cId="0" sldId="2147483659"/>
            <pc:sldLayoutMk cId="1859505144" sldId="2147483661"/>
          </pc:sldLayoutMkLst>
        </pc:sldLayoutChg>
        <pc:sldLayoutChg chg="del setBg">
          <pc:chgData name="Teena Sharma" userId="dcb60f0d-6c15-4987-8821-0c571d033c21" providerId="ADAL" clId="{98A97512-4555-4F9D-80A9-C2ECE69E8812}" dt="2026-03-12T13:23:51.560" v="37" actId="47"/>
          <pc:sldLayoutMkLst>
            <pc:docMk/>
            <pc:sldMasterMk cId="0" sldId="2147483659"/>
            <pc:sldLayoutMk cId="3212493543" sldId="2147483662"/>
          </pc:sldLayoutMkLst>
        </pc:sldLayoutChg>
        <pc:sldLayoutChg chg="setBg">
          <pc:chgData name="Teena Sharma" userId="dcb60f0d-6c15-4987-8821-0c571d033c21" providerId="ADAL" clId="{98A97512-4555-4F9D-80A9-C2ECE69E8812}" dt="2026-03-12T13:23:27.494" v="2"/>
          <pc:sldLayoutMkLst>
            <pc:docMk/>
            <pc:sldMasterMk cId="0" sldId="2147483659"/>
            <pc:sldLayoutMk cId="2525122521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E10BB8C-A210-A88B-1AF8-904B7B7B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7c36cb48a_0_0:notes">
            <a:extLst>
              <a:ext uri="{FF2B5EF4-FFF2-40B4-BE49-F238E27FC236}">
                <a16:creationId xmlns:a16="http://schemas.microsoft.com/office/drawing/2014/main" id="{207DA01F-7914-DC61-3B8B-9938FA1AB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7c36cb48a_0_0:notes">
            <a:extLst>
              <a:ext uri="{FF2B5EF4-FFF2-40B4-BE49-F238E27FC236}">
                <a16:creationId xmlns:a16="http://schemas.microsoft.com/office/drawing/2014/main" id="{A639CAB8-FC7B-8843-F55C-48EBBDEF5E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8413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81E2BE6B-7942-2DD5-1388-497BD210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4fda3170b_0_2:notes">
            <a:extLst>
              <a:ext uri="{FF2B5EF4-FFF2-40B4-BE49-F238E27FC236}">
                <a16:creationId xmlns:a16="http://schemas.microsoft.com/office/drawing/2014/main" id="{7AFAEE14-4196-06EA-5C2A-81C99AEA4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4fda3170b_0_2:notes">
            <a:extLst>
              <a:ext uri="{FF2B5EF4-FFF2-40B4-BE49-F238E27FC236}">
                <a16:creationId xmlns:a16="http://schemas.microsoft.com/office/drawing/2014/main" id="{72DC28A9-5352-9EF8-9BFD-FDB34B748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0309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1ADB5AAD-BF05-35FD-9530-D1C25A76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4fda3170b_0_2:notes">
            <a:extLst>
              <a:ext uri="{FF2B5EF4-FFF2-40B4-BE49-F238E27FC236}">
                <a16:creationId xmlns:a16="http://schemas.microsoft.com/office/drawing/2014/main" id="{8B773B90-FE5D-ADDD-B81E-6EDEF9F24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4fda3170b_0_2:notes">
            <a:extLst>
              <a:ext uri="{FF2B5EF4-FFF2-40B4-BE49-F238E27FC236}">
                <a16:creationId xmlns:a16="http://schemas.microsoft.com/office/drawing/2014/main" id="{1DB685F6-B818-70A5-F9A3-68D643A11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9371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tx1"/>
                </a:solidFill>
              </a:rPr>
              <a:t>Week 05: TensorFlow Acceleration and Interoperability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 algn="l"/>
            <a:r>
              <a:rPr lang="en-US" b="0" dirty="0">
                <a:solidFill>
                  <a:schemeClr val="tx1"/>
                </a:solidFill>
              </a:rPr>
              <a:t>Segment 1: TensorFlow Execution Models &amp; Performance Basics
Segment 2: Optimizing Input Pipelines with tf.data
Segment 3: Graph Execution &amp; TensorFlow Optimization
Segment 4: Introduction to XLA Compilation
Segment 5: Model Interoperability: SavedModel vs ONNX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F8F311D-BBD2-2952-AE29-D46EAB5D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9F8ACED4-AC99-BB53-6668-2DA675DE5A71}"/>
              </a:ext>
            </a:extLst>
          </p:cNvPr>
          <p:cNvSpPr txBox="1"/>
          <p:nvPr/>
        </p:nvSpPr>
        <p:spPr>
          <a:xfrm>
            <a:off x="824742" y="1149552"/>
            <a:ext cx="5872707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 TensorFlow’s eager and graph execution modes</a:t>
            </a:r>
            <a:endParaRPr sz="15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AE635300-ACCC-9D7D-0461-DAA9032D26BD}"/>
              </a:ext>
            </a:extLst>
          </p:cNvPr>
          <p:cNvSpPr txBox="1"/>
          <p:nvPr/>
        </p:nvSpPr>
        <p:spPr>
          <a:xfrm>
            <a:off x="824742" y="1590779"/>
            <a:ext cx="7800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Explain how computation graphs improve performance</a:t>
            </a:r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0FDC188F-6008-19C2-BE91-C58B72215025}"/>
              </a:ext>
            </a:extLst>
          </p:cNvPr>
          <p:cNvSpPr txBox="1"/>
          <p:nvPr/>
        </p:nvSpPr>
        <p:spPr>
          <a:xfrm>
            <a:off x="824742" y="2032006"/>
            <a:ext cx="7308602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efficient data pipelines using the tf.data API</a:t>
            </a:r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527E82BD-82A8-3242-8742-F6968F77D51B}"/>
              </a:ext>
            </a:extLst>
          </p:cNvPr>
          <p:cNvSpPr txBox="1"/>
          <p:nvPr/>
        </p:nvSpPr>
        <p:spPr>
          <a:xfrm>
            <a:off x="824742" y="2473234"/>
            <a:ext cx="8265863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Apply @tf.function and AutoGraph for graph optimization</a:t>
            </a:r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23D0499C-8BFB-9B05-B76C-DF569496955B}"/>
              </a:ext>
            </a:extLst>
          </p:cNvPr>
          <p:cNvSpPr txBox="1"/>
          <p:nvPr/>
        </p:nvSpPr>
        <p:spPr>
          <a:xfrm>
            <a:off x="824762" y="2914457"/>
            <a:ext cx="7308602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Profile TF workloads with TensorBoard</a:t>
            </a:r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D7868882-A0A9-5262-AE52-665D0B414A3F}"/>
              </a:ext>
            </a:extLst>
          </p:cNvPr>
          <p:cNvSpPr txBox="1"/>
          <p:nvPr/>
        </p:nvSpPr>
        <p:spPr>
          <a:xfrm>
            <a:off x="366025" y="1149552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92A97168-71D9-8CF6-DC8A-97D9C401339D}"/>
              </a:ext>
            </a:extLst>
          </p:cNvPr>
          <p:cNvSpPr txBox="1"/>
          <p:nvPr/>
        </p:nvSpPr>
        <p:spPr>
          <a:xfrm>
            <a:off x="366025" y="1590779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1500" b="1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C8EFD8EC-9F8B-20B3-CBD9-AC61EF092C1B}"/>
              </a:ext>
            </a:extLst>
          </p:cNvPr>
          <p:cNvSpPr txBox="1"/>
          <p:nvPr/>
        </p:nvSpPr>
        <p:spPr>
          <a:xfrm>
            <a:off x="366025" y="2032006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9CBA9839-A752-4C90-85E6-418D290F1EAC}"/>
              </a:ext>
            </a:extLst>
          </p:cNvPr>
          <p:cNvSpPr txBox="1"/>
          <p:nvPr/>
        </p:nvSpPr>
        <p:spPr>
          <a:xfrm>
            <a:off x="366025" y="2473234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5">
            <a:extLst>
              <a:ext uri="{FF2B5EF4-FFF2-40B4-BE49-F238E27FC236}">
                <a16:creationId xmlns:a16="http://schemas.microsoft.com/office/drawing/2014/main" id="{5A57ED76-E162-DA2B-7910-A7D1EE5E4897}"/>
              </a:ext>
            </a:extLst>
          </p:cNvPr>
          <p:cNvSpPr txBox="1"/>
          <p:nvPr/>
        </p:nvSpPr>
        <p:spPr>
          <a:xfrm>
            <a:off x="366025" y="2914461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18;p15">
            <a:extLst>
              <a:ext uri="{FF2B5EF4-FFF2-40B4-BE49-F238E27FC236}">
                <a16:creationId xmlns:a16="http://schemas.microsoft.com/office/drawing/2014/main" id="{B5B3A0CF-C4A4-457C-A220-6D7ACABEB223}"/>
              </a:ext>
            </a:extLst>
          </p:cNvPr>
          <p:cNvSpPr txBox="1"/>
          <p:nvPr/>
        </p:nvSpPr>
        <p:spPr>
          <a:xfrm>
            <a:off x="830304" y="3325735"/>
            <a:ext cx="7308602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 XLA compilation and how to enable it</a:t>
            </a:r>
          </a:p>
        </p:txBody>
      </p:sp>
      <p:sp>
        <p:nvSpPr>
          <p:cNvPr id="14" name="Google Shape;119;p15">
            <a:extLst>
              <a:ext uri="{FF2B5EF4-FFF2-40B4-BE49-F238E27FC236}">
                <a16:creationId xmlns:a16="http://schemas.microsoft.com/office/drawing/2014/main" id="{AFA9FDAF-BBA1-4AE6-8EEE-C22C51598C93}"/>
              </a:ext>
            </a:extLst>
          </p:cNvPr>
          <p:cNvSpPr txBox="1"/>
          <p:nvPr/>
        </p:nvSpPr>
        <p:spPr>
          <a:xfrm>
            <a:off x="830304" y="3766963"/>
            <a:ext cx="8265863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Export and load models using TensorFlow SavedModel format</a:t>
            </a:r>
          </a:p>
        </p:txBody>
      </p:sp>
      <p:sp>
        <p:nvSpPr>
          <p:cNvPr id="15" name="Google Shape;120;p15">
            <a:extLst>
              <a:ext uri="{FF2B5EF4-FFF2-40B4-BE49-F238E27FC236}">
                <a16:creationId xmlns:a16="http://schemas.microsoft.com/office/drawing/2014/main" id="{14336FEB-0F74-4225-B2D8-73A9D528C57E}"/>
              </a:ext>
            </a:extLst>
          </p:cNvPr>
          <p:cNvSpPr txBox="1"/>
          <p:nvPr/>
        </p:nvSpPr>
        <p:spPr>
          <a:xfrm>
            <a:off x="830323" y="4208186"/>
            <a:ext cx="6211225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 and deploy models across frameworks using ONNX</a:t>
            </a:r>
          </a:p>
        </p:txBody>
      </p:sp>
      <p:sp>
        <p:nvSpPr>
          <p:cNvPr id="16" name="Google Shape;123;p15">
            <a:extLst>
              <a:ext uri="{FF2B5EF4-FFF2-40B4-BE49-F238E27FC236}">
                <a16:creationId xmlns:a16="http://schemas.microsoft.com/office/drawing/2014/main" id="{A61F8C25-C2F3-4C2F-92C7-BA6CAD9889F4}"/>
              </a:ext>
            </a:extLst>
          </p:cNvPr>
          <p:cNvSpPr txBox="1"/>
          <p:nvPr/>
        </p:nvSpPr>
        <p:spPr>
          <a:xfrm>
            <a:off x="371587" y="3325735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24;p15">
            <a:extLst>
              <a:ext uri="{FF2B5EF4-FFF2-40B4-BE49-F238E27FC236}">
                <a16:creationId xmlns:a16="http://schemas.microsoft.com/office/drawing/2014/main" id="{7690CF1A-8ADD-422C-987A-72FB59EAFDF4}"/>
              </a:ext>
            </a:extLst>
          </p:cNvPr>
          <p:cNvSpPr txBox="1"/>
          <p:nvPr/>
        </p:nvSpPr>
        <p:spPr>
          <a:xfrm>
            <a:off x="371587" y="3766963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25;p15">
            <a:extLst>
              <a:ext uri="{FF2B5EF4-FFF2-40B4-BE49-F238E27FC236}">
                <a16:creationId xmlns:a16="http://schemas.microsoft.com/office/drawing/2014/main" id="{6B884B01-CC40-4453-BFDD-B95DA8148CC6}"/>
              </a:ext>
            </a:extLst>
          </p:cNvPr>
          <p:cNvSpPr txBox="1"/>
          <p:nvPr/>
        </p:nvSpPr>
        <p:spPr>
          <a:xfrm>
            <a:off x="371587" y="4208190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34D445-F045-354C-35CE-9879578C81FE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3C4E1-4B86-C5BC-633D-5405EB406B5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1" name="Google Shape;130;p16">
            <a:extLst>
              <a:ext uri="{FF2B5EF4-FFF2-40B4-BE49-F238E27FC236}">
                <a16:creationId xmlns:a16="http://schemas.microsoft.com/office/drawing/2014/main" id="{85DC8004-1404-492B-B372-305A1B843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</a:t>
            </a:r>
          </a:p>
        </p:txBody>
      </p:sp>
      <p:sp>
        <p:nvSpPr>
          <p:cNvPr id="22" name="Google Shape;131;p16">
            <a:extLst>
              <a:ext uri="{FF2B5EF4-FFF2-40B4-BE49-F238E27FC236}">
                <a16:creationId xmlns:a16="http://schemas.microsoft.com/office/drawing/2014/main" id="{6478E0F0-683D-489C-987E-6E83290C1C93}"/>
              </a:ext>
            </a:extLst>
          </p:cNvPr>
          <p:cNvSpPr txBox="1">
            <a:spLocks/>
          </p:cNvSpPr>
          <p:nvPr/>
        </p:nvSpPr>
        <p:spPr>
          <a:xfrm>
            <a:off x="311700" y="1056537"/>
            <a:ext cx="8520600" cy="37781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78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1: TensorFlow Execution Models &amp; Performance Basics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What is TensorFlow? | Eager vs Graph Mode | The Computation Graph | Performance Basics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What is TensorFlow?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An Open-Source Machine Learning Framework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Developed by Google Brain team; released publicly in 2015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Designed for numerical computation using data flow graphs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Supports CPU, GPU, TPU and distributed execution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Two Levels of API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High-level: Keras API for rapid model building and training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Low-level: tf.Tensor, tf.Variable, tf.GradientTape for fine control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Core Concept: Tensors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Multi-dimensional arrays (scalars, vectors, matrices, higher dims)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All operations in TF operate on and return tensors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Tensors are immutable; operations create new tensors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Why TensorFlow for Accelerated AI?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Built-in GPU/TPU support with automatic device placement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Rich ecosystem: TF Serving, TF Lite, TF.js, TFX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Eager vs. Graph Execution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Eager Execution (Default since TF 2.x)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Operations execute immediately, line-by-line, like regular Python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Easy to debug: print tensors, use Python control flow directly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Example: result = tf.matmul(a, b) runs instantly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Drawback: Cannot be serialized easily; less opportunity for optimization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Graph Execution (TF 1.x style, now via @tf.function)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Builds a symbolic computation graph first, then executes it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Enables whole-graph optimizations: operator fusion, constant folding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Better performance for production and repeated operations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Supports serialization, export, and cross-platform deployment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Key Insight: Best of Both Worlds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2.x: use eager mode for development, @tf.function for production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Seamlessly convert eager code to graph with a single decorator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The Computation Graph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a Computation Graph?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 directed acyclic graph (DAG) of operations (nodes) and tensors (edges)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Nodes represent operations: tf.matmul, tf.nn.relu, tf.add, etc.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Edges represent tensors flowing between operations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Advantages of Graph Representation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Portability: graphs can be saved and deployed on any platform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Parallelism: independent subgraphs can run concurrently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Optimization: TF runtime can reorder, fuse, and prune operations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Distributed execution: partition graph across devices and machines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Graph Building with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First call: TF traces the Python function and builds a graph (tracing)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Subsequent calls: TF executes the cached graph (no Python overhead)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Concrete functions created per unique input signature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TensorFlow Performance Basics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The AI Training Performance Stack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Hardware: GPU/TPU compute throughput (FLOPS, memory bandwidth)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 pipeline: feeding batches to GPU fast enough (I/O bound)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 computation: forward pass, loss, backward pass (compute bound)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Common Performance Bottlenecks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CPU-GPU data starvation: GPU idle while waiting for next batch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Frequent Python/C++ boundary crossings without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Suboptimal batch sizes and memory layout (non-contiguous tensors)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Unnecessary device copies: CPU-to-GPU data transfers mid-graph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Profiling First, Optimize Second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TensorBoard Profiler to identify where time is being spent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Check Step Time, Input Pipeline Analysis, and Trace Viewer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Target: maximize GPU utilization and minimize idle 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2: Optimizing Input Pipelines with tf.data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Data Pipeline Bottleneck | tf.data API | Transformations | Optimization Techniques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The Data Pipeline Bottleneck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Why Input Pipelines Matter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Modern GPUs can process thousands of images per second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If the CPU cannot load/preprocess data fast enough, GPU stalls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 slow input pipeline can waste 40-70% of available GPU time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Naive Pipeline (Sequential, Slow)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1: Load batch from disk (I/O wait)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2: Preprocess on CPU (CPU compute)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3: Transfer to GPU (PCIe transfer)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4: GPU forward/backward pass ← GPU is idle during steps 1-3!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Optimized Pipeline (Overlapped, Fast)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Prefetch: CPU prepares batch N+1 while GPU processes batch 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Parallel reads: multiple threads loading files concurrently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Vectorized operations: process entire batches, not single examples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tf.data API Overview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tf.data?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TensorFlow’s unified data loading and preprocessing API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Builds lazy, composable data pipelines that execute in C++ runtime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Handles files, in-memory arrays, generators, and external sources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Core Abstraction: tf.data.Dataset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Represents a sequence of elements; each element has the same structure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Created from sources: tf.data.Dataset.from_tensor_slices(), from_generator()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File sources: tf.data.TFRecordDataset, TextLineDataset, FixedLengthRecordDataset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Pipeline Creation Pattern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 = tf.data.Dataset.from_tensor_slices((images, labels))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 = dataset.shuffle(1000).batch(32).map(preprocess_fn)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 = dataset.prefetch(tf.data.AUTOTUNE)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AUTOTUNE: TF runtime dynamically tunes buffer sizes at runtime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Key tf.data Transformations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.map(fn, num_parallel_calls=AUTOTUNE)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Apply a preprocessing function to each element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num_parallel_calls=tf.data.AUTOTUNE for multi-threaded execution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Tip: combine with @tf.function for graph-mode preprocessing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.batch(batch_size, drop_remainder=True)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Groups consecutive elements into batches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drop_remainder=True ensures fixed-size batches (important for TPUs)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Consider .batch() AFTER .map() to vectorize preprocessing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.shuffle(buffer_size)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Randomly shuffles elements within a buffer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Larger buffer = better randomness; at the cost of memory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Reshuffle_each_iteration=True for epoch-level randomness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.cache() and .repeat()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.cache(): caches dataset in memory or disk after first epoch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.repeat(): cycles through the dataset for multiple epochs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Pipeline Optimization Techniques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Prefetching: The Most Impactful Optimization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dataset.prefetch(tf.data.AUTOTUNE) overlaps CPU and GPU work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automatically determines how many batches to prefetch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Result: GPU is never idle waiting for data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Parallelizing File Reads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tf.data.Dataset.list_files(pattern).interleave(load_fn, num_parallel_calls=AUTOTUNE)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Reads multiple files concurrently, hides I/O latency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Especially useful for network file systems (NFS, GCS, S3)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Use TFRecord Format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Binary format optimized for TensorFlow’s sequential reads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Much faster than reading individual JPEG/PNG files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Supports tf.train.Example for structured data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Vectorized Mapping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Apply .batch() BEFORE .map() to process batch at once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Single function call over N elements instead of N separate calls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3: Graph Execution &amp; TensorFlow Optimization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@tf.function | AutoGraph | Graph Tracing | TF Profiler | Optimization Techniques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@tf.function and AutoGraph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@tf.function: Turning Python into a Graph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Decorator that compiles a Python function into a TF computation graph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First call traces the function and builds a graph (FunctionDef)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Subsequent calls execute the compiled graph; no Python interpreter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Speed-up: 2-10x faster vs eager for compute-heavy operations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AutoGraph: Python Control Flow in Graphs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Automatically converts Python if/else, for, while into TF ops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if condition: becomes tf.cond(); for loop becomes tf.while_loop()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Enables writing natural Python code that runs as an optimized graph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Best Practices for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Do: use tf.Tensor inputs; avoid modifying Python lists inside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Do: use tf.print instead of Python print for inside-graph debugging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Avoid: calling Python-side effects (print, append) inside the 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Avoid: using Python variables that change between calls (triggers retrace)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Graph Tracing and Retracing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Tracing?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When @tf.function is called for the first time, TF runs the Python code once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It records all TF operations encountered and builds a concrete 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The concrete function is keyed by the input signature (dtype + shape)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Retracing: When It Happens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New input signature detected (e.g., different shapes or dtypes)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Python variables (not tf.Tensor) used inside the function change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Calling with a new Python value (not tensor) causes a retrace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How to Avoid Excessive Retracing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input_signature=[ tf.TensorSpec(shape, dtype) ] to fix signature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Pass scalars as tf.constant() rather than raw Python integers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tf.function(reduce_retracing=True) for dynamic-shape inputs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Checking Traces with tf.summary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concrete_function.graph to inspect the generated graph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Tracing print() calls execute only once; use tf.print for runtime output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TF Profiler and Performance Analysis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TensorFlow Profiler Overview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Built-in tool for capturing performance traces of TF programs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Accessible via TensorBoard (tf.profiler.experimental.start/stop)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Captures: Op-level stats, device utilization, memory usage, input pipeline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Key Profiler Views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Overview Page: high-level step time breakdown (input vs compute)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Trace Viewer: timeline of all ops across CPU and GPU streams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Stats: per-op self-time, device placement, total compute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Input Pipeline Analyzer: identifies data pipeline bottlenecks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Interpreting Results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High CPU time in input pipeline → optimize tf.data or use prefetch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Long gaps between GPU ops → kernel launch overhead, use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Low GPU utilization → batch size too small or I/O bound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Quick Profiling Code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tf.profiler.experimental.start(logdir); model.fit(...); tf.profiler.experimental.stop()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Additional TF Optimization Techniques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Operator Fusion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Grappler optimizer combines adjacent ops (e.g., Conv + BiasAdd + ReLU)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Reduces kernel launch overhead and intermediate memory allocations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Automatically applied when using @tf.function graph execution</a:t>
            </a:r>
          </a:p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Constant Folding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Pre-computes subgraphs whose inputs are known constants at compile 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Eliminates redundant computation on every forward pass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Example: tf.constant(2) * tf.constant(3) → tf.constant(6) in the graph</a:t>
            </a:r>
          </a:p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Memory Optimization: tf.Variable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tf.Variable enables in-place updates, reusing the same GPU memory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Avoid creating new tensors inside training loops (use tf.Variable)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Pin variables to GPU: with tf.device('/GPU:0'): var = tf.Variable(...)</a:t>
            </a:r>
          </a:p>
          <a:p>
            <a:pPr algn="l">
              <a:spcBef>
                <a:spcPts val="12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Mixed Precision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float16 for compute, float32 for accumulation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tf.keras.mixed_precision.set_global_policy('mixed_float16')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4: Introduction to XLA Compilation (Demo)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What is XLA? | How XLA Works | Enabling XLA | Demo and Results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What is XLA?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XLA: Accelerated Linear Algebra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 domain-specific compiler for linear algebra designed to accelerate TF models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Developed by Google; integrated into TensorFlow, JAX, and PyTorch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Compiles TF computation graphs into optimized machine code for target hardware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Why XLA Was Created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Standard GPU execution: each TF op launches a separate CUDA kernel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Overhead: kernel launch latency + intermediate memory reads/writes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 fuses many ops into a single kernel → less overhead, better utilization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Supported Hardware Targets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CPU: generates optimized LLVM IR for x86, ARM, etc.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GPU: generates optimized CUDA/PTX code for NVIDIA GPUs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TPU: the primary target; entire TPU execution is XLA-based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Experimental: support for AMD ROCm GPUs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XLA vs Standard TF Execution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Standard: 1 TF op = 1 kernel launch per op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XLA: fuses multiple ops into 1 kernel → significant speedup for TPU/GPU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How XLA Works: Compilation Pipeline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Step 1: HLO (High-Level Optimizer) IR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graph is converted to HLO (High-Level Operations) representation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HLO is a simple, hardware-agnostic intermediate representation (IR)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Examples of HLO ops: Dot, Convolution, Reshape, Reduce, Add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Step 2: Graph-Level Optimizations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Algebraic simplification: remove redundant transpose, identity ops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 fusion: merge element-wise and broadcast ops into single kernel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Layout assignment: choose optimal tensor memory layout (NHWC vs NCHW)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Step 3: Backend Code Generation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CPU backend: emits LLVM IR → compiled to native machine code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GPU backend: emits CUDA/PTX → compiled to GPU binary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TPU backend: generates TPU-specific binary via Tensor Cores instructions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The Key Optimization: Fusion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Without fusion: Conv → write to HBM → ReLU reads from HBM → write back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With fusion: Conv+ReLU executes in registers; 0 extra HBM round trips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Enabling XLA in TensorFlow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Method 1: jit_compile=True (Recommended)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Add jit_compile=True to @tf.function decorator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@tf.function(jit_compile=True) def train_step(x, y): ...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Only the decorated function is XLA-compiled; rest remains eager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Method 2: Global XLA with TF_XLA_FLAGS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Set environment variable: TF_XLA_FLAGS='--tf_xla_auto_jit=2'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Automatically JIT-compiles all eligible ops in the program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Good for quick experiments; less control than per-function annotation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Method 3: Keras compile() with jit_compile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model.compile(optimizer=..., loss=..., jit_compile=True)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XLA-compiles the training step, evaluation step, and prediction step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Most convenient for standard Keras training workflows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XLA Cannot Compile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Dynamic shapes where sizes change at runtime (use static shapes)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Python control flow dependent on tensor values (use tf.cond instead)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Custom ops without XLA kernel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XLA Compilation: Demo and Results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Demo Setup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Task: ResNet-50 training on CIFAR-10 (batch size=128, float32)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Hardware: NVIDIA A100 GPU, TensorFlow 2.12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Compare: standard @tf.function vs @tf.function(jit_compile=True)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Observed Results (Typical Range)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Standard: ~410 images/sec, step time ~312ms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XLA-compiled: ~610 images/sec, step time ~209ms → ~1.5x speedup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Memory usage reduced: fewer intermediate buffers due to fusion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XLA Compilation Overhead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First call with new shapes: JIT compilation occurs (can take 10-60 seconds)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Compiled artifact is cached; subsequent calls use cached binary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Warm-up cost: worth it for long training runs; less so for inference bursts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When XLA Helps Most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Element-wise and reduction-heavy models (Transformers, attention layers)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TPU training (XLA is mandatory; all TPU execution goes through XLA)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Models with static input shapes and no dynamic control flow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5: Model Interoperability: SavedModel vs ONNX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Model Serialization | SavedModel Format | ONNX Format | Cross-Framework Deployment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Model Serialization: Why It Matters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Model Serialization?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Saving a trained model’s architecture, weights, and computation graph to disk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Enables: deployment, sharing, versioning, and cross-framework use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Critical for production: training framework ≠ inference framework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The Model Deployment Challenge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Trained in Python (TF/PyTorch) but served in C++, Java, or mobile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Different teams: data scientists train; DevOps/ML engineers deploy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Different hardware: cloud GPU training → edge CPU/NPU inference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Serialization Formats Overview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TensorFlow SavedModel: TF-native, rich, supports signatures and assets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ONNX: Open Neural Network Exchange; cross-framework portability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Lite FlatBuffer: for mobile and edge devices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TorchScript: PyTorch’s native serialization (for comparison)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General Serialization Best Practices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Version your models with clear naming conventions and metadata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Always validate the loaded model before production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TensorFlow SavedModel Format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Does SavedModel Save?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Complete TF program: variables (weights), functions (graphs), assets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Serving signatures: defines input/output tensors for inference APIs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Training state: optimizer state, metrics (if saved with full model)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SavedModel Directory Structure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saved_model.pb: serialized computation graph (FunctionDef)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variables/: sharded weight files (variables.index, variables.data)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assets/: auxiliary files needed by the model (vocabulary, lookup tables)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fingerprint.pb: hash for integrity verification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Saving and Loading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Save: model.save('my_model') or tf.saved_model.save(model, 'my_model')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Load for inference: tf.saved_model.load('my_model')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Load for training: tf.keras.models.load_model('my_model')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TF Serving Integration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SavedModel is the native format for TF Serving (REST/gRPC API server)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Export with versioned directories: models/my_model/1/, /2/, /3/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Serving automatically serves latest version with zero downtime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ONNX: Open Neural Network Exchange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ONNX?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Open standard for representing machine learning models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Maintained by the Linux Foundation AI; supported by Microsoft, Meta, and others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Defines a common operator set (opset) and data types for neural networks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ONNX Model Structure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Protobuf-serialized format containing: graph topology + weights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ModelProto: version, opset, graph, metadata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GraphProto: nodes (ops), inputs, outputs, initializers (weights)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NodeProto: op_type, inputs, outputs, attributes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Converting TF Models to 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Using tf2onnx: pip install tf2onnx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python -m tf2onnx.convert --saved-model ./my_model --output model.onnx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Specify target opset: --opset 17 (use latest stable opset)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Running ONNX Models with ONNX Runtime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pip install onnxruntime (CPU) or onnxruntime-gpu (CUDA)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sess = ort.InferenceSession('model.onnx')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outputs = sess.run(None, {'input': input_data})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SavedModel vs ONNX: Choosing the Right Format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3366"/>
                </a:solidFill>
                <a:latin typeface="Helvetica Neue"/>
              </a:rPr>
              <a:t>Use TF SavedModel When...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Deploying with TF Serving or TFX production pipelines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Need full fidelity: custom ops, training state, Keras configs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Using TF Lite for mobile conversion (SavedModel → TFLite)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Staying entirely within the TensorFlow/Google ecosystem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3366"/>
                </a:solidFill>
                <a:latin typeface="Helvetica Neue"/>
              </a:rPr>
              <a:t>Use ONNX When...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Deploying model trained in TF to ONNX Runtime (cross-platform C++/Java)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Interoperating with PyTorch, MXNet, Scikit-learn, or other frameworks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Using TensorRT for NVIDIA GPU inference (ONNX → TensorRT engine)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Targeting OpenVINO for Intel CPU/VPU deployment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Practical Interoperability Pipeline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Train: PyTorch/TensorFlow (whichever is best for research)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Export: SavedModel (TF) or TorchScript (PT) → 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Optimize: ONNX → TensorRT / OpenVINO / ONNX Runtime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Serve: REST/gRPC API, edge binary, or embedded runtime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26DD12F-607B-4BA9-2BCF-17E53949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B851E-D2BA-0908-F010-A14AE6A5CAC9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D5073-03E9-16F2-AAE5-496501F186A8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1" name="Google Shape;130;p16">
            <a:extLst>
              <a:ext uri="{FF2B5EF4-FFF2-40B4-BE49-F238E27FC236}">
                <a16:creationId xmlns:a16="http://schemas.microsoft.com/office/drawing/2014/main" id="{CA3F95C1-98C0-9471-D7A4-7698C3C86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" dirty="0">
                <a:solidFill>
                  <a:schemeClr val="tx1"/>
                </a:solidFill>
              </a:rPr>
              <a:t>Summary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Google Shape;131;p16">
            <a:extLst>
              <a:ext uri="{FF2B5EF4-FFF2-40B4-BE49-F238E27FC236}">
                <a16:creationId xmlns:a16="http://schemas.microsoft.com/office/drawing/2014/main" id="{5DD64C2E-D442-E32E-79E4-36AC9D924B55}"/>
              </a:ext>
            </a:extLst>
          </p:cNvPr>
          <p:cNvSpPr txBox="1">
            <a:spLocks/>
          </p:cNvSpPr>
          <p:nvPr/>
        </p:nvSpPr>
        <p:spPr>
          <a:xfrm>
            <a:off x="311700" y="1056537"/>
            <a:ext cx="8520600" cy="37781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TensorFlow’s eager mode enables rapid development; @tf.function and graph execution unlock production-level performance through op fusion and whole-graph optimizations.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tf.data pipelines with prefetch, parallel map, and TFRecord format are essential to eliminate CPU-GPU data starvation and maximize training throughput.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XLA JIT compilation fuses operators into single kernels, delivering up to 1.5x+ speedup; ONNX and SavedModel formats enable flexible, cross-platform model deployment.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34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3538</Words>
  <Application>Microsoft Office PowerPoint</Application>
  <PresentationFormat>On-screen Show (16:9)</PresentationFormat>
  <Paragraphs>378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 Display</vt:lpstr>
      <vt:lpstr>Helvetica Neue</vt:lpstr>
      <vt:lpstr>Arial</vt:lpstr>
      <vt:lpstr>Simple Light</vt:lpstr>
      <vt:lpstr>NPTEL</vt:lpstr>
      <vt:lpstr>Week 05: TensorFlow Acceleration and Interoperability  Segment 1: TensorFlow Execution Models &amp; Performance Basics
Segment 2: Optimizing Input Pipelines with tf.data
Segment 3: Graph Execution &amp; TensorFlow Optimization
Segment 4: Introduction to XLA Compilation
Segment 5: Model Interoperability: SavedModel vs ONNX </vt:lpstr>
      <vt:lpstr>Learning Objectives</vt:lpstr>
      <vt:lpstr>Segment 1: TensorFlow Execution Models &amp; Performance Basics  What is TensorFlow? | Eager vs Graph Mode | The Computation Graph | Performance Basics </vt:lpstr>
      <vt:lpstr>What is TensorFlow?</vt:lpstr>
      <vt:lpstr>Eager vs. Graph Execution</vt:lpstr>
      <vt:lpstr>The Computation Graph</vt:lpstr>
      <vt:lpstr>TensorFlow Performance Basics</vt:lpstr>
      <vt:lpstr>Segment 2: Optimizing Input Pipelines with tf.data  Data Pipeline Bottleneck | tf.data API | Transformations | Optimization Techniques </vt:lpstr>
      <vt:lpstr>The Data Pipeline Bottleneck</vt:lpstr>
      <vt:lpstr>tf.data API Overview</vt:lpstr>
      <vt:lpstr>Key tf.data Transformations</vt:lpstr>
      <vt:lpstr>Pipeline Optimization Techniques</vt:lpstr>
      <vt:lpstr>Segment 3: Graph Execution &amp; TensorFlow Optimization  @tf.function | AutoGraph | Graph Tracing | TF Profiler | Optimization Techniques </vt:lpstr>
      <vt:lpstr>@tf.function and AutoGraph</vt:lpstr>
      <vt:lpstr>Graph Tracing and Retracing</vt:lpstr>
      <vt:lpstr>TF Profiler and Performance Analysis</vt:lpstr>
      <vt:lpstr>Additional TF Optimization Techniques</vt:lpstr>
      <vt:lpstr>Segment 4: Introduction to XLA Compilation (Demo)  What is XLA? | How XLA Works | Enabling XLA | Demo and Results </vt:lpstr>
      <vt:lpstr>What is XLA?</vt:lpstr>
      <vt:lpstr>How XLA Works: Compilation Pipeline</vt:lpstr>
      <vt:lpstr>Enabling XLA in TensorFlow</vt:lpstr>
      <vt:lpstr>XLA Compilation: Demo and Results</vt:lpstr>
      <vt:lpstr>Segment 5: Model Interoperability: SavedModel vs ONNX  Model Serialization | SavedModel Format | ONNX Format | Cross-Framework Deployment </vt:lpstr>
      <vt:lpstr>Model Serialization: Why It Matters</vt:lpstr>
      <vt:lpstr>TensorFlow SavedModel Format</vt:lpstr>
      <vt:lpstr>ONNX: Open Neural Network Exchange</vt:lpstr>
      <vt:lpstr>SavedModel vs ONNX: Choosing the Right Format</vt:lpstr>
      <vt:lpstr>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cp:lastModifiedBy>satyajit das</cp:lastModifiedBy>
  <cp:revision>50</cp:revision>
  <dcterms:modified xsi:type="dcterms:W3CDTF">2026-03-30T07:35:44Z</dcterms:modified>
</cp:coreProperties>
</file>