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503" r:id="rId2"/>
    <p:sldId id="605" r:id="rId3"/>
    <p:sldId id="606" r:id="rId4"/>
    <p:sldId id="607" r:id="rId5"/>
    <p:sldId id="608" r:id="rId6"/>
    <p:sldId id="609" r:id="rId7"/>
    <p:sldId id="610" r:id="rId8"/>
    <p:sldId id="611" r:id="rId9"/>
    <p:sldId id="575" r:id="rId1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5: First Steps in Performance — AMP, torch.compile &amp; Key Practices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minimum set of optimisations every PyTorch practitioner must apply before going deeper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5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Automatic Mixed Precision (AMP) training with torch.cuda.amp.autocast and GradScaler in one code change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Enable torch.compile with a single line and understand what it does at a conceptual level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torch.backends.cuda.matmul.allow_tf32 and related flags for additional speed on Ampere+ GPUs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Measure the combined speedup of AMP + compile vs baseline FP32 eager training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the six most common PyTorch performance mistakes and apply the corresponding fix for each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Automatic Mixed Precision (AMP): The Easiest 2x Speedup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585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is Mixed Precision?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FP32 (single precision): 32 bits per number — default in PyTorch, numerically stable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FP16 (half precision): 16 bits — 2x less memory, 2x faster on Tensor Cores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BF16 (bfloat16): 16 bits with wider dynamic range than FP16 — safer for training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Mixed: model weights stored in FP32 (master copy); forward + backward computed in BF16/FP16 using Tensor Cores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Result: ~2x speedup, ~2x less VRAM, same model accuracy (with loss scaling)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Not Always Use FP16?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FP16 has a narrow dynamic range: very large or very small gradients become Inf or 0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Loss scaling: multiply loss by a large scale factor before backward; divide gradients after step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GradScaler automates this: adjusts scale factor automatically based on gradient overflow detection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BF16: same number of bits as FP16 but same dynamic range as FP32 — no loss scaling needed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Recommendation: use BF16 on Ampere (A100) and newer; use FP16 + GradScaler on older GPUs (V100)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Performance Impact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Operation        FP32 TFLOPS    BF16 TFLOPS   Speedup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A100 SXM4           312            624          2.0x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H100 SXM5           989           1979          2.0x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The 2x comes from Tensor Cores: designed for half-precision matrix multiply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5850" y="712954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AMP Implementation — 3 Lines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torch.cuda.amp import autocast, GradScaler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 = GradScaler()  # manages loss scaling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x, y in 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x, y = x.to(device), 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optimizer.zero_grad()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1. autocast: runs forward in BF16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with autocast(dtype=torch.bfloat16):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logits = model(x)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loss   = criterion(logits, y)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2. scaler.scale: multiplies loss by scale factor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scaler.scale(loss).backward()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3. scaler.step: unscales grads, checks for Inf/NaN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scaler.step(optimizer)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scaler.update()  # adjust scale factor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BF16 Shortcut (PyTorch 2.0+ on A100/H100)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with autocast(dtype=torch.bfloat16):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...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loss.backward()      # no scaler needed for BF16!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optimizer.step()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BF16 + A100: skip GradScaler entirely — it is not needed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Micikevicius et al., Mixed Precision Training, ICLR 2018; PyTorch AMP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torch.compile: One Line to Faster Training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torch.compile Does (in Plain Language)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Problem: every Python line in your forward pass incurs Python interpreter overhead. On a fast GPU, this can be 10-20% of step time.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torch.compile captures the mathematical operations in your forward pass and compiles them into optimised GPU code — skipping the Python overhead at runtime.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It also fuses adjacent operations (e.g. LayerNorm + Dropout + Add) into a single GPU kernel, reducing memory bandwidth usage.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Result: 20-50% speedup with a single line of code change, on most Transformer models.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How to Use It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MyModel().to('cuda')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Before: standard eager execution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After:  one line change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torch.compile(model)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Everything else stays the same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x, y in 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logits = model(x)   # now runs compiled code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...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Happens on First Run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First 3-5 forward passes: compilation occurs — these will be SLOWER than eager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After compilation completes: every subsequent forward pass runs the optimised code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Do not benchmark the first few steps — they include compilation time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Compilation result is cached: second time you run the same script, compilation is instant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Modes — Start with Default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torch.compile(model)                    # default: balanced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torch.compile(model, mode='default')    # same as above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torch.compile(model, mode='reduce-overhead')  # faster, fixed shapes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torch.compile(model, mode='max-autotune')     # slowest compile, fastest runtime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When torch.compile Helps Most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Transformers with many small ops: 30-50% speedup (Llama, BERT, ViT)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Models with many elementwise ops: LayerNorm, GELU, Dropout chains — all get fused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When torch.compile Helps Less: models dominated by a single large convolution or GEMM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Rule: try torch.compile first. If it does not help, profile before doing anything else.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Ansel et al., PyTorch 2: Faster Machine Learning Through Dynamic Python Bytecode Transformation, ASPLOS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Six Common Performance Mistakes and Their Fixes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1: Forgetting model.train() / model.eval()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validation accuracy matches training — both are wrong (Dropout active at eval)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model.train() at start of training epoch; model.eval() at start of validation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2: Not Zeroing Gradients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loss oscillates wildly or explodes immediately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optimizer.zero_grad(set_to_none=True) as FIRST line of each training step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3: num_workers=0 in DataLoader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GPU at 30-40% utilisation; training much slower than expected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set num_workers=4 and pin_memory=True; check GPU utilisation jumps to 85%+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4: Not Moving Data to GPU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RuntimeError: Expected all tensors to be on the same device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x = x.to(device), y = y.to(device) at the start of every training step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5: Using model.forward(x) Instead of model(x)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hooks not called, forward hooks silently skipped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always call model(x) — this triggers __call__ which wraps forward properly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2302" y="76240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Mistake 6: Timing GPU Code Without Synchronise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Symptom: benchmarks show 0.1ms per step — GPU is async, timing is measuring CPU dispatch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Fix: torch.cuda.synchronize() before stopping the timer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torch.cuda.synchronize()  # wait for GPU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t0 = time.perf_counter()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output = model(x)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torch.cuda.synchronize()  # wait for GPU again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elapsed = time.perf_counter() - t0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TF32: Free Speed on Ampere+ GPUs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 Ampere (A100) and newer: Tensor Cores support TF32 — a 19-bit float for matmul with FP32 interface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TF32 is enabled by default in PyTorch for matmul and conv. Check with: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print(torch.backends.cuda.matmul.allow_tf32)  # True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print(torch.backends.cudnn.allow_tf32)        # True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TF32 gives ~3x speedup over FP32 on matmul with negligible accuracy loss in almost all models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Disable only for numerical reproducibility testing: torch.backends.cuda.matmul.allow_tf32 = False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Performance Quick-Start Checklist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model.train() and model.eval() in correct places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zero_grad(set_to_none=True) every step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num_workers &gt;= 4, pin_memory=True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AMP with autocast(dtype=torch.bfloat16)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model = torch.compile(model)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[ ] TF32 enabled (default on A100)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Performance Tuning Guide; NVIDIA TF32 Documentation (docs.nvidia.com)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Putting It All Together: The Production-Ready Training Script Template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Complete Training Template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torch, torch.nn as nn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torch.utils.data import DataLoader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torch.cuda.amp import autocast, GradScaler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1. Setup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device = torch.device('cuda' if torch.cuda.is_available() else 'cpu')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 = MyModel().to(device)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 = torch.compile(model)           # compile for speed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 = torch.optim.AdamW(model.parameters(), lr=3e-4, weight_decay=0.1)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 = torch.optim.lr_scheduler.CosineAnnealingLR(optimizer, T_max=epochs)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nn.CrossEntropyLoss(label_smoothing=0.1)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    = GradScaler()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2. DataLoaders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train_loader = DataLoader(train_ds, batch_size=128, shuffle=True,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num_workers=8, pin_memory=True, persistent_workers=True, drop_last=True)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val_loader   = DataLoader(val_ds, batch_size=256, shuffle=False,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num_workers=8, pin_memory=True, persistent_workers=True)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3. Training loop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best_val_loss = float('inf')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epoch in range(epochs):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model.train()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for x, y in train_loader: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x, y = x.to(device), 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optimizer.zero_grad(set_to_none=True)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with autocast(dtype=torch.bfloat16):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logits = model(x)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loss   = criterion(logits, y)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scaler.scale(loss).backward()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scaler.unscale_(optimizer)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nn.utils.clip_grad_norm_(model.parameters(), 1.0)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scaler.step(optimizer); scaler.update()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scheduler.step()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4. Validate and checkpoint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val_loss, val_acc = evaluate(model, val_loader, criterion, 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if val_loss &lt; best_val_loss: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best_val_loss = val_loss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torch.save(model.state_dict(), 'best_model.pth')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Lightning, HuggingFace Trainer — all implement this same pattern internally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5 Summary: First Steps in Performance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AMP with autocast(dtype=torch.bfloat16) gives ~2x speedup and ~2x VRAM reduction in three lines — it is the single highest-impact optimisation with the lowest risk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torch.compile(model) requires zero model changes and delivers 20-50% additional speedup on Transformers by eliminating Python dispatch overhead and fusing adjacent operations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TF32 is enabled by default on A100/H100: matmul runs on Tensor Cores at 19-bit precision with FP32 interface — ~3x faster than true FP32 at negligible accuracy cost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six most common mistakes: missing model.train()/eval(), not zeroing gradients, num_workers=0, data not on GPU, calling forward() directly, timing without synchronise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Apply optimisations in order: AMP first (always), then torch.compile (usually), then DataLoader tuning, then profiling — never optimise without measuring before and after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2138</Words>
  <Application>Microsoft Office PowerPoint</Application>
  <PresentationFormat>On-screen Show (16:9)</PresentationFormat>
  <Paragraphs>201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Helvetica Neue</vt:lpstr>
      <vt:lpstr>Aptos Display</vt:lpstr>
      <vt:lpstr>Consolas</vt:lpstr>
      <vt:lpstr>Arial</vt:lpstr>
      <vt:lpstr>Simple Light</vt:lpstr>
      <vt:lpstr>NPTEL</vt:lpstr>
      <vt:lpstr>Segment 5: First Steps in Performance — AMP, torch.compile &amp; Key Practices The minimum set of optimisations every PyTorch practitioner must apply before going deeper</vt:lpstr>
      <vt:lpstr>Learning Objectives — Segment 5</vt:lpstr>
      <vt:lpstr>Automatic Mixed Precision (AMP): The Easiest 2x Speedup</vt:lpstr>
      <vt:lpstr>torch.compile: One Line to Faster Training</vt:lpstr>
      <vt:lpstr>Six Common Performance Mistakes and Their Fixes</vt:lpstr>
      <vt:lpstr>Putting It All Together: The Production-Ready Training Script Template</vt:lpstr>
      <vt:lpstr>Segment 5 Summary: First Steps in Performance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60</cp:revision>
  <dcterms:modified xsi:type="dcterms:W3CDTF">2026-03-24T07:52:48Z</dcterms:modified>
</cp:coreProperties>
</file>