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503" r:id="rId2"/>
    <p:sldId id="576" r:id="rId3"/>
    <p:sldId id="577" r:id="rId4"/>
    <p:sldId id="578" r:id="rId5"/>
    <p:sldId id="579" r:id="rId6"/>
    <p:sldId id="612" r:id="rId7"/>
    <p:sldId id="613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587" r:id="rId16"/>
    <p:sldId id="588" r:id="rId17"/>
    <p:sldId id="589" r:id="rId18"/>
    <p:sldId id="590" r:id="rId19"/>
    <p:sldId id="591" r:id="rId20"/>
    <p:sldId id="592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0" r:id="rId29"/>
    <p:sldId id="601" r:id="rId30"/>
    <p:sldId id="602" r:id="rId31"/>
    <p:sldId id="603" r:id="rId32"/>
    <p:sldId id="604" r:id="rId33"/>
    <p:sldId id="605" r:id="rId34"/>
    <p:sldId id="606" r:id="rId35"/>
    <p:sldId id="607" r:id="rId36"/>
    <p:sldId id="608" r:id="rId37"/>
    <p:sldId id="609" r:id="rId38"/>
    <p:sldId id="610" r:id="rId39"/>
    <p:sldId id="611" r:id="rId40"/>
    <p:sldId id="575" r:id="rId41"/>
  </p:sldIdLst>
  <p:sldSz cx="9144000" cy="5143500" type="screen16x9"/>
  <p:notesSz cx="6858000" cy="9144000"/>
  <p:embeddedFontLst>
    <p:embeddedFont>
      <p:font typeface="Helvetica Neue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520-CCCE-4E99-8219-DD1C9D6E4396}" v="10" dt="2026-03-12T13:25:02.260"/>
  </p1510:revLst>
</p1510:revInfo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na Sharma" userId="dcb60f0d-6c15-4987-8821-0c571d033c21" providerId="ADAL" clId="{98A97512-4555-4F9D-80A9-C2ECE69E8812}"/>
    <pc:docChg chg="custSel delSld modSld modMainMaster">
      <pc:chgData name="Teena Sharma" userId="dcb60f0d-6c15-4987-8821-0c571d033c21" providerId="ADAL" clId="{98A97512-4555-4F9D-80A9-C2ECE69E8812}" dt="2026-03-12T13:26:26.687" v="193" actId="20577"/>
      <pc:docMkLst>
        <pc:docMk/>
      </pc:docMkLst>
      <pc:sldChg chg="del">
        <pc:chgData name="Teena Sharma" userId="dcb60f0d-6c15-4987-8821-0c571d033c21" providerId="ADAL" clId="{98A97512-4555-4F9D-80A9-C2ECE69E8812}" dt="2026-03-12T13:23:39.225" v="24" actId="47"/>
        <pc:sldMkLst>
          <pc:docMk/>
          <pc:sldMk cId="0" sldId="26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0" sldId="261"/>
        </pc:sldMkLst>
      </pc:sldChg>
      <pc:sldChg chg="del">
        <pc:chgData name="Teena Sharma" userId="dcb60f0d-6c15-4987-8821-0c571d033c21" providerId="ADAL" clId="{98A97512-4555-4F9D-80A9-C2ECE69E8812}" dt="2026-03-12T13:23:39.070" v="21" actId="47"/>
        <pc:sldMkLst>
          <pc:docMk/>
          <pc:sldMk cId="3618951463" sldId="31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3352001" sldId="32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38126852" sldId="32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22216440" sldId="335"/>
        </pc:sldMkLst>
      </pc:sldChg>
      <pc:sldChg chg="del">
        <pc:chgData name="Teena Sharma" userId="dcb60f0d-6c15-4987-8821-0c571d033c21" providerId="ADAL" clId="{98A97512-4555-4F9D-80A9-C2ECE69E8812}" dt="2026-03-12T13:23:37.811" v="12" actId="47"/>
        <pc:sldMkLst>
          <pc:docMk/>
          <pc:sldMk cId="1063830602" sldId="34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50592391" sldId="34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35331567" sldId="342"/>
        </pc:sldMkLst>
      </pc:sldChg>
      <pc:sldChg chg="del">
        <pc:chgData name="Teena Sharma" userId="dcb60f0d-6c15-4987-8821-0c571d033c21" providerId="ADAL" clId="{98A97512-4555-4F9D-80A9-C2ECE69E8812}" dt="2026-03-12T13:23:38.919" v="17" actId="47"/>
        <pc:sldMkLst>
          <pc:docMk/>
          <pc:sldMk cId="3295111161" sldId="343"/>
        </pc:sldMkLst>
      </pc:sldChg>
      <pc:sldChg chg="del">
        <pc:chgData name="Teena Sharma" userId="dcb60f0d-6c15-4987-8821-0c571d033c21" providerId="ADAL" clId="{98A97512-4555-4F9D-80A9-C2ECE69E8812}" dt="2026-03-12T13:23:39.005" v="19" actId="47"/>
        <pc:sldMkLst>
          <pc:docMk/>
          <pc:sldMk cId="78218586" sldId="344"/>
        </pc:sldMkLst>
      </pc:sldChg>
      <pc:sldChg chg="del">
        <pc:chgData name="Teena Sharma" userId="dcb60f0d-6c15-4987-8821-0c571d033c21" providerId="ADAL" clId="{98A97512-4555-4F9D-80A9-C2ECE69E8812}" dt="2026-03-12T13:23:39.039" v="20" actId="47"/>
        <pc:sldMkLst>
          <pc:docMk/>
          <pc:sldMk cId="4073735488" sldId="345"/>
        </pc:sldMkLst>
      </pc:sldChg>
      <pc:sldChg chg="del">
        <pc:chgData name="Teena Sharma" userId="dcb60f0d-6c15-4987-8821-0c571d033c21" providerId="ADAL" clId="{98A97512-4555-4F9D-80A9-C2ECE69E8812}" dt="2026-03-12T13:23:39.117" v="22" actId="47"/>
        <pc:sldMkLst>
          <pc:docMk/>
          <pc:sldMk cId="2494061710" sldId="346"/>
        </pc:sldMkLst>
      </pc:sldChg>
      <pc:sldChg chg="del">
        <pc:chgData name="Teena Sharma" userId="dcb60f0d-6c15-4987-8821-0c571d033c21" providerId="ADAL" clId="{98A97512-4555-4F9D-80A9-C2ECE69E8812}" dt="2026-03-12T13:23:39.165" v="23" actId="47"/>
        <pc:sldMkLst>
          <pc:docMk/>
          <pc:sldMk cId="2777221960" sldId="347"/>
        </pc:sldMkLst>
      </pc:sldChg>
      <pc:sldChg chg="del">
        <pc:chgData name="Teena Sharma" userId="dcb60f0d-6c15-4987-8821-0c571d033c21" providerId="ADAL" clId="{98A97512-4555-4F9D-80A9-C2ECE69E8812}" dt="2026-03-12T13:23:39.293" v="25" actId="47"/>
        <pc:sldMkLst>
          <pc:docMk/>
          <pc:sldMk cId="1782831843" sldId="348"/>
        </pc:sldMkLst>
      </pc:sldChg>
      <pc:sldChg chg="del">
        <pc:chgData name="Teena Sharma" userId="dcb60f0d-6c15-4987-8821-0c571d033c21" providerId="ADAL" clId="{98A97512-4555-4F9D-80A9-C2ECE69E8812}" dt="2026-03-12T13:23:39.373" v="26" actId="47"/>
        <pc:sldMkLst>
          <pc:docMk/>
          <pc:sldMk cId="3538336990" sldId="349"/>
        </pc:sldMkLst>
      </pc:sldChg>
      <pc:sldChg chg="del">
        <pc:chgData name="Teena Sharma" userId="dcb60f0d-6c15-4987-8821-0c571d033c21" providerId="ADAL" clId="{98A97512-4555-4F9D-80A9-C2ECE69E8812}" dt="2026-03-12T13:23:39.406" v="27" actId="47"/>
        <pc:sldMkLst>
          <pc:docMk/>
          <pc:sldMk cId="4180889829" sldId="35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91241333" sldId="35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198419236" sldId="353"/>
        </pc:sldMkLst>
      </pc:sldChg>
      <pc:sldChg chg="del">
        <pc:chgData name="Teena Sharma" userId="dcb60f0d-6c15-4987-8821-0c571d033c21" providerId="ADAL" clId="{98A97512-4555-4F9D-80A9-C2ECE69E8812}" dt="2026-03-12T13:23:40.395" v="36" actId="47"/>
        <pc:sldMkLst>
          <pc:docMk/>
          <pc:sldMk cId="452106803" sldId="36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93513304" sldId="3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29870564" sldId="37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97080900" sldId="38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36122372" sldId="38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85403867" sldId="39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99948819" sldId="39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18171241" sldId="394"/>
        </pc:sldMkLst>
      </pc:sldChg>
      <pc:sldChg chg="del">
        <pc:chgData name="Teena Sharma" userId="dcb60f0d-6c15-4987-8821-0c571d033c21" providerId="ADAL" clId="{98A97512-4555-4F9D-80A9-C2ECE69E8812}" dt="2026-03-12T13:23:39.457" v="28" actId="47"/>
        <pc:sldMkLst>
          <pc:docMk/>
          <pc:sldMk cId="775157963" sldId="426"/>
        </pc:sldMkLst>
      </pc:sldChg>
      <pc:sldChg chg="del">
        <pc:chgData name="Teena Sharma" userId="dcb60f0d-6c15-4987-8821-0c571d033c21" providerId="ADAL" clId="{98A97512-4555-4F9D-80A9-C2ECE69E8812}" dt="2026-03-12T13:23:39.500" v="29" actId="47"/>
        <pc:sldMkLst>
          <pc:docMk/>
          <pc:sldMk cId="1710151930" sldId="427"/>
        </pc:sldMkLst>
      </pc:sldChg>
      <pc:sldChg chg="del">
        <pc:chgData name="Teena Sharma" userId="dcb60f0d-6c15-4987-8821-0c571d033c21" providerId="ADAL" clId="{98A97512-4555-4F9D-80A9-C2ECE69E8812}" dt="2026-03-12T13:23:39.583" v="30" actId="47"/>
        <pc:sldMkLst>
          <pc:docMk/>
          <pc:sldMk cId="2660140096" sldId="428"/>
        </pc:sldMkLst>
      </pc:sldChg>
      <pc:sldChg chg="del">
        <pc:chgData name="Teena Sharma" userId="dcb60f0d-6c15-4987-8821-0c571d033c21" providerId="ADAL" clId="{98A97512-4555-4F9D-80A9-C2ECE69E8812}" dt="2026-03-12T13:23:39.643" v="31" actId="47"/>
        <pc:sldMkLst>
          <pc:docMk/>
          <pc:sldMk cId="1587512575" sldId="429"/>
        </pc:sldMkLst>
      </pc:sldChg>
      <pc:sldChg chg="del">
        <pc:chgData name="Teena Sharma" userId="dcb60f0d-6c15-4987-8821-0c571d033c21" providerId="ADAL" clId="{98A97512-4555-4F9D-80A9-C2ECE69E8812}" dt="2026-03-12T13:23:39.722" v="32" actId="47"/>
        <pc:sldMkLst>
          <pc:docMk/>
          <pc:sldMk cId="3214029182" sldId="430"/>
        </pc:sldMkLst>
      </pc:sldChg>
      <pc:sldChg chg="del">
        <pc:chgData name="Teena Sharma" userId="dcb60f0d-6c15-4987-8821-0c571d033c21" providerId="ADAL" clId="{98A97512-4555-4F9D-80A9-C2ECE69E8812}" dt="2026-03-12T13:23:39.818" v="33" actId="47"/>
        <pc:sldMkLst>
          <pc:docMk/>
          <pc:sldMk cId="3829596849" sldId="431"/>
        </pc:sldMkLst>
      </pc:sldChg>
      <pc:sldChg chg="del">
        <pc:chgData name="Teena Sharma" userId="dcb60f0d-6c15-4987-8821-0c571d033c21" providerId="ADAL" clId="{98A97512-4555-4F9D-80A9-C2ECE69E8812}" dt="2026-03-12T13:23:40.090" v="34" actId="47"/>
        <pc:sldMkLst>
          <pc:docMk/>
          <pc:sldMk cId="3821172188" sldId="43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98489257" sldId="434"/>
        </pc:sldMkLst>
      </pc:sldChg>
      <pc:sldChg chg="modSp mod modNotesTx">
        <pc:chgData name="Teena Sharma" userId="dcb60f0d-6c15-4987-8821-0c571d033c21" providerId="ADAL" clId="{98A97512-4555-4F9D-80A9-C2ECE69E8812}" dt="2026-03-12T13:26:26.687" v="193" actId="20577"/>
        <pc:sldMkLst>
          <pc:docMk/>
          <pc:sldMk cId="731788177" sldId="435"/>
        </pc:sldMkLst>
        <pc:spChg chg="mod">
          <ac:chgData name="Teena Sharma" userId="dcb60f0d-6c15-4987-8821-0c571d033c21" providerId="ADAL" clId="{98A97512-4555-4F9D-80A9-C2ECE69E8812}" dt="2026-03-12T13:26:06.497" v="187" actId="20577"/>
          <ac:spMkLst>
            <pc:docMk/>
            <pc:sldMk cId="731788177" sldId="435"/>
            <ac:spMk id="2" creationId="{0234D445-F045-354C-35CE-9879578C81FE}"/>
          </ac:spMkLst>
        </pc:spChg>
        <pc:spChg chg="mod">
          <ac:chgData name="Teena Sharma" userId="dcb60f0d-6c15-4987-8821-0c571d033c21" providerId="ADAL" clId="{98A97512-4555-4F9D-80A9-C2ECE69E8812}" dt="2026-03-12T13:24:55.597" v="109" actId="20577"/>
          <ac:spMkLst>
            <pc:docMk/>
            <pc:sldMk cId="731788177" sldId="435"/>
            <ac:spMk id="13" creationId="{B5B3A0CF-C4A4-457C-A220-6D7ACABEB223}"/>
          </ac:spMkLst>
        </pc:spChg>
        <pc:spChg chg="mod">
          <ac:chgData name="Teena Sharma" userId="dcb60f0d-6c15-4987-8821-0c571d033c21" providerId="ADAL" clId="{98A97512-4555-4F9D-80A9-C2ECE69E8812}" dt="2026-03-12T13:24:59.140" v="112" actId="20577"/>
          <ac:spMkLst>
            <pc:docMk/>
            <pc:sldMk cId="731788177" sldId="435"/>
            <ac:spMk id="14" creationId="{AFA9FDAF-BBA1-4AE6-8EEE-C22C51598C93}"/>
          </ac:spMkLst>
        </pc:spChg>
        <pc:spChg chg="mod">
          <ac:chgData name="Teena Sharma" userId="dcb60f0d-6c15-4987-8821-0c571d033c21" providerId="ADAL" clId="{98A97512-4555-4F9D-80A9-C2ECE69E8812}" dt="2026-03-12T13:25:04.271" v="117" actId="20577"/>
          <ac:spMkLst>
            <pc:docMk/>
            <pc:sldMk cId="731788177" sldId="435"/>
            <ac:spMk id="15" creationId="{14336FEB-0F74-4225-B2D8-73A9D528C57E}"/>
          </ac:spMkLst>
        </pc:spChg>
        <pc:spChg chg="mod">
          <ac:chgData name="Teena Sharma" userId="dcb60f0d-6c15-4987-8821-0c571d033c21" providerId="ADAL" clId="{98A97512-4555-4F9D-80A9-C2ECE69E8812}" dt="2026-03-12T13:24:36.724" v="94" actId="20577"/>
          <ac:spMkLst>
            <pc:docMk/>
            <pc:sldMk cId="731788177" sldId="435"/>
            <ac:spMk id="116" creationId="{9F8ACED4-AC99-BB53-6668-2DA675DE5A71}"/>
          </ac:spMkLst>
        </pc:spChg>
        <pc:spChg chg="mod">
          <ac:chgData name="Teena Sharma" userId="dcb60f0d-6c15-4987-8821-0c571d033c21" providerId="ADAL" clId="{98A97512-4555-4F9D-80A9-C2ECE69E8812}" dt="2026-03-12T13:24:42.502" v="97" actId="20577"/>
          <ac:spMkLst>
            <pc:docMk/>
            <pc:sldMk cId="731788177" sldId="435"/>
            <ac:spMk id="117" creationId="{AE635300-ACCC-9D7D-0461-DAA9032D26BD}"/>
          </ac:spMkLst>
        </pc:spChg>
        <pc:spChg chg="mod">
          <ac:chgData name="Teena Sharma" userId="dcb60f0d-6c15-4987-8821-0c571d033c21" providerId="ADAL" clId="{98A97512-4555-4F9D-80A9-C2ECE69E8812}" dt="2026-03-12T13:24:45.691" v="100" actId="20577"/>
          <ac:spMkLst>
            <pc:docMk/>
            <pc:sldMk cId="731788177" sldId="435"/>
            <ac:spMk id="118" creationId="{0FDC188F-6008-19C2-BE91-C58B72215025}"/>
          </ac:spMkLst>
        </pc:spChg>
        <pc:spChg chg="mod">
          <ac:chgData name="Teena Sharma" userId="dcb60f0d-6c15-4987-8821-0c571d033c21" providerId="ADAL" clId="{98A97512-4555-4F9D-80A9-C2ECE69E8812}" dt="2026-03-12T13:24:49.009" v="103" actId="20577"/>
          <ac:spMkLst>
            <pc:docMk/>
            <pc:sldMk cId="731788177" sldId="435"/>
            <ac:spMk id="119" creationId="{527E82BD-82A8-3242-8742-F6968F77D51B}"/>
          </ac:spMkLst>
        </pc:spChg>
        <pc:spChg chg="mod">
          <ac:chgData name="Teena Sharma" userId="dcb60f0d-6c15-4987-8821-0c571d033c21" providerId="ADAL" clId="{98A97512-4555-4F9D-80A9-C2ECE69E8812}" dt="2026-03-12T13:24:52.307" v="106" actId="20577"/>
          <ac:spMkLst>
            <pc:docMk/>
            <pc:sldMk cId="731788177" sldId="435"/>
            <ac:spMk id="120" creationId="{23D0499C-8BFB-9B05-B76C-DF569496955B}"/>
          </ac:spMkLst>
        </pc:spChg>
      </pc:sldChg>
      <pc:sldChg chg="del">
        <pc:chgData name="Teena Sharma" userId="dcb60f0d-6c15-4987-8821-0c571d033c21" providerId="ADAL" clId="{98A97512-4555-4F9D-80A9-C2ECE69E8812}" dt="2026-03-12T13:23:37.953" v="13" actId="47"/>
        <pc:sldMkLst>
          <pc:docMk/>
          <pc:sldMk cId="2183347326" sldId="436"/>
        </pc:sldMkLst>
      </pc:sldChg>
      <pc:sldChg chg="del">
        <pc:chgData name="Teena Sharma" userId="dcb60f0d-6c15-4987-8821-0c571d033c21" providerId="ADAL" clId="{98A97512-4555-4F9D-80A9-C2ECE69E8812}" dt="2026-03-12T13:23:38.154" v="14" actId="47"/>
        <pc:sldMkLst>
          <pc:docMk/>
          <pc:sldMk cId="567377628" sldId="437"/>
        </pc:sldMkLst>
      </pc:sldChg>
      <pc:sldChg chg="del">
        <pc:chgData name="Teena Sharma" userId="dcb60f0d-6c15-4987-8821-0c571d033c21" providerId="ADAL" clId="{98A97512-4555-4F9D-80A9-C2ECE69E8812}" dt="2026-03-12T13:23:38.272" v="15" actId="47"/>
        <pc:sldMkLst>
          <pc:docMk/>
          <pc:sldMk cId="2681044040" sldId="438"/>
        </pc:sldMkLst>
      </pc:sldChg>
      <pc:sldChg chg="del">
        <pc:chgData name="Teena Sharma" userId="dcb60f0d-6c15-4987-8821-0c571d033c21" providerId="ADAL" clId="{98A97512-4555-4F9D-80A9-C2ECE69E8812}" dt="2026-03-12T13:23:38.415" v="16" actId="47"/>
        <pc:sldMkLst>
          <pc:docMk/>
          <pc:sldMk cId="532829696" sldId="439"/>
        </pc:sldMkLst>
      </pc:sldChg>
      <pc:sldChg chg="del">
        <pc:chgData name="Teena Sharma" userId="dcb60f0d-6c15-4987-8821-0c571d033c21" providerId="ADAL" clId="{98A97512-4555-4F9D-80A9-C2ECE69E8812}" dt="2026-03-12T13:23:38.962" v="18" actId="47"/>
        <pc:sldMkLst>
          <pc:docMk/>
          <pc:sldMk cId="3265116520" sldId="440"/>
        </pc:sldMkLst>
      </pc:sldChg>
      <pc:sldChg chg="del">
        <pc:chgData name="Teena Sharma" userId="dcb60f0d-6c15-4987-8821-0c571d033c21" providerId="ADAL" clId="{98A97512-4555-4F9D-80A9-C2ECE69E8812}" dt="2026-03-12T13:23:40.329" v="35" actId="47"/>
        <pc:sldMkLst>
          <pc:docMk/>
          <pc:sldMk cId="4045281809" sldId="44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31210909" sldId="44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52662416" sldId="44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780002271" sldId="44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962283447" sldId="44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96192447" sldId="44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73609650" sldId="44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02908350" sldId="45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453842580" sldId="45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46453245" sldId="45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47358640" sldId="45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95562253" sldId="45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54904138" sldId="45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83937050" sldId="46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87460297" sldId="46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993574833" sldId="46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72637752" sldId="46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824569041" sldId="46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36014489" sldId="46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93127892" sldId="4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254263252" sldId="47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80957007" sldId="47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287594087" sldId="47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74642752" sldId="47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96755051" sldId="47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80975509" sldId="47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25204401" sldId="47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38418089" sldId="47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62890679" sldId="47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13654463" sldId="48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96953719" sldId="48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3680355" sldId="48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950835791" sldId="48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64203489" sldId="48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25688592" sldId="48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34934782" sldId="48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928901637" sldId="49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0081159" sldId="49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28106882" sldId="49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93656606" sldId="49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7864047" sldId="49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06205478" sldId="495"/>
        </pc:sldMkLst>
      </pc:sldChg>
      <pc:sldChg chg="addSp delSp modSp mod modNotesTx">
        <pc:chgData name="Teena Sharma" userId="dcb60f0d-6c15-4987-8821-0c571d033c21" providerId="ADAL" clId="{98A97512-4555-4F9D-80A9-C2ECE69E8812}" dt="2026-03-12T13:26:09.421" v="188" actId="20577"/>
        <pc:sldMkLst>
          <pc:docMk/>
          <pc:sldMk cId="2704997675" sldId="502"/>
        </pc:sldMkLst>
        <pc:spChg chg="mod">
          <ac:chgData name="Teena Sharma" userId="dcb60f0d-6c15-4987-8821-0c571d033c21" providerId="ADAL" clId="{98A97512-4555-4F9D-80A9-C2ECE69E8812}" dt="2026-03-12T13:24:18.111" v="70" actId="20577"/>
          <ac:spMkLst>
            <pc:docMk/>
            <pc:sldMk cId="2704997675" sldId="502"/>
            <ac:spMk id="2" creationId="{4EA40659-9880-2A0D-BA61-9B348F591E3F}"/>
          </ac:spMkLst>
        </pc:spChg>
        <pc:spChg chg="del">
          <ac:chgData name="Teena Sharma" userId="dcb60f0d-6c15-4987-8821-0c571d033c21" providerId="ADAL" clId="{98A97512-4555-4F9D-80A9-C2ECE69E8812}" dt="2026-03-12T13:24:23.777" v="72" actId="478"/>
          <ac:spMkLst>
            <pc:docMk/>
            <pc:sldMk cId="2704997675" sldId="502"/>
            <ac:spMk id="3" creationId="{C2997ACD-F74A-F0B2-F80B-6DEEF263B1D7}"/>
          </ac:spMkLst>
        </pc:spChg>
        <pc:spChg chg="mod">
          <ac:chgData name="Teena Sharma" userId="dcb60f0d-6c15-4987-8821-0c571d033c21" providerId="ADAL" clId="{98A97512-4555-4F9D-80A9-C2ECE69E8812}" dt="2026-03-12T13:26:09.421" v="188" actId="20577"/>
          <ac:spMkLst>
            <pc:docMk/>
            <pc:sldMk cId="2704997675" sldId="502"/>
            <ac:spMk id="5" creationId="{4EDA24D5-DFA4-969F-0241-0C224B0687D0}"/>
          </ac:spMkLst>
        </pc:spChg>
        <pc:spChg chg="add mod">
          <ac:chgData name="Teena Sharma" userId="dcb60f0d-6c15-4987-8821-0c571d033c21" providerId="ADAL" clId="{98A97512-4555-4F9D-80A9-C2ECE69E8812}" dt="2026-03-12T13:24:23.777" v="72" actId="478"/>
          <ac:spMkLst>
            <pc:docMk/>
            <pc:sldMk cId="2704997675" sldId="502"/>
            <ac:spMk id="8" creationId="{E45BAC36-16F6-C078-FD65-A616568F11FA}"/>
          </ac:spMkLst>
        </pc:spChg>
        <pc:picChg chg="del">
          <ac:chgData name="Teena Sharma" userId="dcb60f0d-6c15-4987-8821-0c571d033c21" providerId="ADAL" clId="{98A97512-4555-4F9D-80A9-C2ECE69E8812}" dt="2026-03-12T13:24:21.491" v="71" actId="478"/>
          <ac:picMkLst>
            <pc:docMk/>
            <pc:sldMk cId="2704997675" sldId="502"/>
            <ac:picMk id="4" creationId="{A3E54EB6-B374-640C-0F2D-EAE4A4EE8232}"/>
          </ac:picMkLst>
        </pc:picChg>
      </pc:sldChg>
      <pc:sldChg chg="modSp mod setBg modNotesTx">
        <pc:chgData name="Teena Sharma" userId="dcb60f0d-6c15-4987-8821-0c571d033c21" providerId="ADAL" clId="{98A97512-4555-4F9D-80A9-C2ECE69E8812}" dt="2026-03-12T13:26:21.357" v="191" actId="20577"/>
        <pc:sldMkLst>
          <pc:docMk/>
          <pc:sldMk cId="3871096216" sldId="503"/>
        </pc:sldMkLst>
        <pc:spChg chg="mod">
          <ac:chgData name="Teena Sharma" userId="dcb60f0d-6c15-4987-8821-0c571d033c21" providerId="ADAL" clId="{98A97512-4555-4F9D-80A9-C2ECE69E8812}" dt="2026-03-12T13:25:59.755" v="185" actId="20577"/>
          <ac:spMkLst>
            <pc:docMk/>
            <pc:sldMk cId="3871096216" sldId="503"/>
            <ac:spMk id="2" creationId="{B94CAC84-5A4B-F67B-5393-ADA47A8208BD}"/>
          </ac:spMkLst>
        </pc:spChg>
        <pc:spChg chg="mod">
          <ac:chgData name="Teena Sharma" userId="dcb60f0d-6c15-4987-8821-0c571d033c21" providerId="ADAL" clId="{98A97512-4555-4F9D-80A9-C2ECE69E8812}" dt="2026-03-12T13:25:31.931" v="149" actId="20577"/>
          <ac:spMkLst>
            <pc:docMk/>
            <pc:sldMk cId="3871096216" sldId="503"/>
            <ac:spMk id="11" creationId="{9BC1CA05-7B56-F729-7729-976FFD62408E}"/>
          </ac:spMkLst>
        </pc:spChg>
        <pc:spChg chg="mod">
          <ac:chgData name="Teena Sharma" userId="dcb60f0d-6c15-4987-8821-0c571d033c21" providerId="ADAL" clId="{98A97512-4555-4F9D-80A9-C2ECE69E8812}" dt="2026-03-12T13:25:53.173" v="184" actId="20577"/>
          <ac:spMkLst>
            <pc:docMk/>
            <pc:sldMk cId="3871096216" sldId="503"/>
            <ac:spMk id="14" creationId="{60B22ADA-D87B-5B41-C735-9F7F595D022A}"/>
          </ac:spMkLst>
        </pc:spChg>
      </pc:sldChg>
      <pc:sldChg chg="modSp mod modNotesTx">
        <pc:chgData name="Teena Sharma" userId="dcb60f0d-6c15-4987-8821-0c571d033c21" providerId="ADAL" clId="{98A97512-4555-4F9D-80A9-C2ECE69E8812}" dt="2026-03-12T13:26:24.118" v="192" actId="20577"/>
        <pc:sldMkLst>
          <pc:docMk/>
          <pc:sldMk cId="1864922643" sldId="504"/>
        </pc:sldMkLst>
        <pc:spChg chg="mod">
          <ac:chgData name="Teena Sharma" userId="dcb60f0d-6c15-4987-8821-0c571d033c21" providerId="ADAL" clId="{98A97512-4555-4F9D-80A9-C2ECE69E8812}" dt="2026-03-12T13:26:03.453" v="186" actId="20577"/>
          <ac:spMkLst>
            <pc:docMk/>
            <pc:sldMk cId="1864922643" sldId="504"/>
            <ac:spMk id="2" creationId="{CAAD68C3-E61A-3E8D-4D02-56CDC310BA04}"/>
          </ac:spMkLst>
        </pc:spChg>
        <pc:spChg chg="mod">
          <ac:chgData name="Teena Sharma" userId="dcb60f0d-6c15-4987-8821-0c571d033c21" providerId="ADAL" clId="{98A97512-4555-4F9D-80A9-C2ECE69E8812}" dt="2026-03-12T13:25:20.463" v="131" actId="20577"/>
          <ac:spMkLst>
            <pc:docMk/>
            <pc:sldMk cId="1864922643" sldId="504"/>
            <ac:spMk id="109" creationId="{06FF1FD8-B614-F6CD-4DF8-9A8799BC37A0}"/>
          </ac:spMkLst>
        </pc:spChg>
      </pc:sldChg>
      <pc:sldChg chg="del">
        <pc:chgData name="Teena Sharma" userId="dcb60f0d-6c15-4987-8821-0c571d033c21" providerId="ADAL" clId="{98A97512-4555-4F9D-80A9-C2ECE69E8812}" dt="2026-03-12T13:23:36.003" v="3" actId="47"/>
        <pc:sldMkLst>
          <pc:docMk/>
          <pc:sldMk cId="165543596" sldId="506"/>
        </pc:sldMkLst>
      </pc:sldChg>
      <pc:sldChg chg="del">
        <pc:chgData name="Teena Sharma" userId="dcb60f0d-6c15-4987-8821-0c571d033c21" providerId="ADAL" clId="{98A97512-4555-4F9D-80A9-C2ECE69E8812}" dt="2026-03-12T13:23:36.437" v="4" actId="47"/>
        <pc:sldMkLst>
          <pc:docMk/>
          <pc:sldMk cId="3688309438" sldId="507"/>
        </pc:sldMkLst>
      </pc:sldChg>
      <pc:sldChg chg="del">
        <pc:chgData name="Teena Sharma" userId="dcb60f0d-6c15-4987-8821-0c571d033c21" providerId="ADAL" clId="{98A97512-4555-4F9D-80A9-C2ECE69E8812}" dt="2026-03-12T13:23:36.683" v="5" actId="47"/>
        <pc:sldMkLst>
          <pc:docMk/>
          <pc:sldMk cId="2885732533" sldId="508"/>
        </pc:sldMkLst>
      </pc:sldChg>
      <pc:sldChg chg="del">
        <pc:chgData name="Teena Sharma" userId="dcb60f0d-6c15-4987-8821-0c571d033c21" providerId="ADAL" clId="{98A97512-4555-4F9D-80A9-C2ECE69E8812}" dt="2026-03-12T13:23:36.865" v="6" actId="47"/>
        <pc:sldMkLst>
          <pc:docMk/>
          <pc:sldMk cId="2470905021" sldId="509"/>
        </pc:sldMkLst>
      </pc:sldChg>
      <pc:sldChg chg="del">
        <pc:chgData name="Teena Sharma" userId="dcb60f0d-6c15-4987-8821-0c571d033c21" providerId="ADAL" clId="{98A97512-4555-4F9D-80A9-C2ECE69E8812}" dt="2026-03-12T13:23:37.001" v="7" actId="47"/>
        <pc:sldMkLst>
          <pc:docMk/>
          <pc:sldMk cId="2016854611" sldId="510"/>
        </pc:sldMkLst>
      </pc:sldChg>
      <pc:sldChg chg="del">
        <pc:chgData name="Teena Sharma" userId="dcb60f0d-6c15-4987-8821-0c571d033c21" providerId="ADAL" clId="{98A97512-4555-4F9D-80A9-C2ECE69E8812}" dt="2026-03-12T13:23:37.197" v="8" actId="47"/>
        <pc:sldMkLst>
          <pc:docMk/>
          <pc:sldMk cId="3444650010" sldId="511"/>
        </pc:sldMkLst>
      </pc:sldChg>
      <pc:sldChg chg="del">
        <pc:chgData name="Teena Sharma" userId="dcb60f0d-6c15-4987-8821-0c571d033c21" providerId="ADAL" clId="{98A97512-4555-4F9D-80A9-C2ECE69E8812}" dt="2026-03-12T13:23:37.368" v="9" actId="47"/>
        <pc:sldMkLst>
          <pc:docMk/>
          <pc:sldMk cId="2124706240" sldId="512"/>
        </pc:sldMkLst>
      </pc:sldChg>
      <pc:sldChg chg="del">
        <pc:chgData name="Teena Sharma" userId="dcb60f0d-6c15-4987-8821-0c571d033c21" providerId="ADAL" clId="{98A97512-4555-4F9D-80A9-C2ECE69E8812}" dt="2026-03-12T13:23:37.524" v="10" actId="47"/>
        <pc:sldMkLst>
          <pc:docMk/>
          <pc:sldMk cId="740526681" sldId="513"/>
        </pc:sldMkLst>
      </pc:sldChg>
      <pc:sldChg chg="del">
        <pc:chgData name="Teena Sharma" userId="dcb60f0d-6c15-4987-8821-0c571d033c21" providerId="ADAL" clId="{98A97512-4555-4F9D-80A9-C2ECE69E8812}" dt="2026-03-12T13:23:37.642" v="11" actId="47"/>
        <pc:sldMkLst>
          <pc:docMk/>
          <pc:sldMk cId="4219433480" sldId="51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657118658" sldId="51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60086097" sldId="51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34605234" sldId="52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742615365" sldId="52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18358171" sldId="52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89304209" sldId="52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60958212" sldId="52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53980444" sldId="52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2906375" sldId="52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2931657" sldId="52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83401004" sldId="52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690240870" sldId="52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080455835" sldId="53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6962483" sldId="53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327810261" sldId="53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08316093" sldId="53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56189240" sldId="53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44321190" sldId="53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53050662" sldId="53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417431247" sldId="53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7749204" sldId="53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393498108" sldId="53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71866578" sldId="54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48479245" sldId="54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62313977" sldId="54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88039929" sldId="54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02039302" sldId="54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090590729" sldId="55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27359782" sldId="55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32198095" sldId="55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08382903" sldId="55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51615186" sldId="55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94620782" sldId="55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382653003" sldId="55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067094923" sldId="55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33734319" sldId="55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60431895" sldId="56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55554794" sldId="56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44862855" sldId="56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481181837" sldId="56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73830409" sldId="56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981589317" sldId="56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13774940" sldId="5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56077086" sldId="57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74380713" sldId="57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814175659" sldId="573"/>
        </pc:sldMkLst>
      </pc:sldChg>
      <pc:sldChg chg="modSp mod modNotesTx">
        <pc:chgData name="Teena Sharma" userId="dcb60f0d-6c15-4987-8821-0c571d033c21" providerId="ADAL" clId="{98A97512-4555-4F9D-80A9-C2ECE69E8812}" dt="2026-03-12T13:26:12.496" v="189" actId="20577"/>
        <pc:sldMkLst>
          <pc:docMk/>
          <pc:sldMk cId="2944634399" sldId="574"/>
        </pc:sldMkLst>
        <pc:spChg chg="mod">
          <ac:chgData name="Teena Sharma" userId="dcb60f0d-6c15-4987-8821-0c571d033c21" providerId="ADAL" clId="{98A97512-4555-4F9D-80A9-C2ECE69E8812}" dt="2026-03-12T13:26:12.496" v="189" actId="20577"/>
          <ac:spMkLst>
            <pc:docMk/>
            <pc:sldMk cId="2944634399" sldId="574"/>
            <ac:spMk id="2" creationId="{34AB851E-D2BA-0908-F010-A14AE6A5CAC9}"/>
          </ac:spMkLst>
        </pc:spChg>
        <pc:spChg chg="mod">
          <ac:chgData name="Teena Sharma" userId="dcb60f0d-6c15-4987-8821-0c571d033c21" providerId="ADAL" clId="{98A97512-4555-4F9D-80A9-C2ECE69E8812}" dt="2026-03-12T13:24:05.626" v="62" actId="20577"/>
          <ac:spMkLst>
            <pc:docMk/>
            <pc:sldMk cId="2944634399" sldId="574"/>
            <ac:spMk id="22" creationId="{5DD64C2E-D442-E32E-79E4-36AC9D924B55}"/>
          </ac:spMkLst>
        </pc:spChg>
      </pc:sldChg>
      <pc:sldChg chg="modSp mod modNotesTx">
        <pc:chgData name="Teena Sharma" userId="dcb60f0d-6c15-4987-8821-0c571d033c21" providerId="ADAL" clId="{98A97512-4555-4F9D-80A9-C2ECE69E8812}" dt="2026-03-12T13:26:15.428" v="190" actId="20577"/>
        <pc:sldMkLst>
          <pc:docMk/>
          <pc:sldMk cId="2782198134" sldId="575"/>
        </pc:sldMkLst>
        <pc:spChg chg="mod">
          <ac:chgData name="Teena Sharma" userId="dcb60f0d-6c15-4987-8821-0c571d033c21" providerId="ADAL" clId="{98A97512-4555-4F9D-80A9-C2ECE69E8812}" dt="2026-03-12T13:26:15.428" v="190" actId="20577"/>
          <ac:spMkLst>
            <pc:docMk/>
            <pc:sldMk cId="2782198134" sldId="575"/>
            <ac:spMk id="2" creationId="{56BFD1A3-5B60-8A3A-F97E-BFFA2CFDD522}"/>
          </ac:spMkLst>
        </pc:spChg>
      </pc:sldChg>
      <pc:sldMasterChg chg="setBg delSldLayout modSldLayout">
        <pc:chgData name="Teena Sharma" userId="dcb60f0d-6c15-4987-8821-0c571d033c21" providerId="ADAL" clId="{98A97512-4555-4F9D-80A9-C2ECE69E8812}" dt="2026-03-12T13:23:51.560" v="37" actId="47"/>
        <pc:sldMasterMkLst>
          <pc:docMk/>
          <pc:sldMasterMk cId="0" sldId="2147483659"/>
        </pc:sldMasterMkLst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49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50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57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1003168825" sldId="2147483660"/>
          </pc:sldLayoutMkLst>
        </pc:sldLayoutChg>
        <pc:sldLayoutChg chg="del setBg">
          <pc:chgData name="Teena Sharma" userId="dcb60f0d-6c15-4987-8821-0c571d033c21" providerId="ADAL" clId="{98A97512-4555-4F9D-80A9-C2ECE69E8812}" dt="2026-03-12T13:23:51.560" v="37" actId="47"/>
          <pc:sldLayoutMkLst>
            <pc:docMk/>
            <pc:sldMasterMk cId="0" sldId="2147483659"/>
            <pc:sldLayoutMk cId="1859505144" sldId="2147483661"/>
          </pc:sldLayoutMkLst>
        </pc:sldLayoutChg>
        <pc:sldLayoutChg chg="del setBg">
          <pc:chgData name="Teena Sharma" userId="dcb60f0d-6c15-4987-8821-0c571d033c21" providerId="ADAL" clId="{98A97512-4555-4F9D-80A9-C2ECE69E8812}" dt="2026-03-12T13:23:51.560" v="37" actId="47"/>
          <pc:sldLayoutMkLst>
            <pc:docMk/>
            <pc:sldMasterMk cId="0" sldId="2147483659"/>
            <pc:sldLayoutMk cId="3212493543" sldId="2147483662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2525122521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Week 01: AI System Hardware &amp; Accelerators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Segment 1: CPU Architecture | Segment 2: Memory Hierarchy | Segment 3: GPU &amp; Accelerators | Segment 4: Interconnects | Segment 5: AI Software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1: CPU Architecture and AI Workloads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Understanding how CPUs are structured and why AI demands more than a general-purpose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1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the key microarchitectural components of a modern CPU (pipeline, cache, ALU)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Instruction-Level Parallelism (ILP) and its limits for AI workloads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Differentiate latency-optimised (CPU) vs. throughput-optimised (GPU) designs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why FLOPS, memory bandwidth, and cache capacity are critical AI metrics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Analyse the von Neumann bottleneck and its impact on DNN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 Microarchitecture: The Building Blocks</a:t>
            </a:r>
          </a:p>
        </p:txBody>
      </p:sp>
      <p:pic>
        <p:nvPicPr>
          <p:cNvPr id="900" name="Figure1" descr="Fig 1: CPU 5-Stage Pipeli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721" y="1283182"/>
            <a:ext cx="5518864" cy="2577135"/>
          </a:xfrm>
          <a:prstGeom prst="rect">
            <a:avLst/>
          </a:prstGeom>
        </p:spPr>
      </p:pic>
      <p:sp>
        <p:nvSpPr>
          <p:cNvPr id="901" name="Caption901"/>
          <p:cNvSpPr txBox="1"/>
          <p:nvPr/>
        </p:nvSpPr>
        <p:spPr>
          <a:xfrm>
            <a:off x="2800493" y="3787269"/>
            <a:ext cx="763683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1: CPU 5-Stage Pipeline</a:t>
            </a:r>
          </a:p>
        </p:txBody>
      </p:sp>
      <p:sp>
        <p:nvSpPr>
          <p:cNvPr id="4" name="LeftCol">
            <a:extLst>
              <a:ext uri="{FF2B5EF4-FFF2-40B4-BE49-F238E27FC236}">
                <a16:creationId xmlns:a16="http://schemas.microsoft.com/office/drawing/2014/main" id="{94ECE9C5-C981-B7D4-6AE1-C7F6F1B716EB}"/>
              </a:ext>
            </a:extLst>
          </p:cNvPr>
          <p:cNvSpPr txBox="1"/>
          <p:nvPr/>
        </p:nvSpPr>
        <p:spPr>
          <a:xfrm>
            <a:off x="392000" y="1223964"/>
            <a:ext cx="4180000" cy="244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Core Components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Fetch-Decode-Execute-Writeback pipeline stages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Superscalar execution: multiple execution units per cycle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Out-of-Order (OoO) execution for instruction-level parallelism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Branch predictor reduces pipeline stalls on conditional branches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6F96DC0F-3BD7-E49A-F1A5-6D1422BA4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6AF642-74CF-96DC-FD46-F6A23EA6E866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95E004-AC96-54ED-B68B-9A3C1FF4C8F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C95F8BC0-98C1-20DD-F3DC-0441B1766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 Microarchitecture: The Building Blocks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1B691EA0-636C-5359-20ED-B578F6CFEE90}"/>
              </a:ext>
            </a:extLst>
          </p:cNvPr>
          <p:cNvSpPr txBox="1"/>
          <p:nvPr/>
        </p:nvSpPr>
        <p:spPr>
          <a:xfrm>
            <a:off x="552922" y="49364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Patterson &amp; Hennessy, “Computer Organization and Design,” 6th Ed. (2021)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71B1D-7762-28FD-349F-8C90FA1CE2D0}"/>
              </a:ext>
            </a:extLst>
          </p:cNvPr>
          <p:cNvSpPr txBox="1"/>
          <p:nvPr/>
        </p:nvSpPr>
        <p:spPr>
          <a:xfrm>
            <a:off x="451590" y="1123118"/>
            <a:ext cx="7592886" cy="2249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Helvetica Neue"/>
              </a:rPr>
              <a:t>Cache Hierarchy (Intel Xeon example)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L1: ~32 KB per core, ~4 cycle latency, per-core private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L2: ~256 KB per core, ~12 cycle latency, per-core private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L3: 30-60 MB shared, ~40 cycle latency, shared across cores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400" b="0" dirty="0">
                <a:solidFill>
                  <a:srgbClr val="000000"/>
                </a:solidFill>
                <a:latin typeface="Helvetica Neue"/>
              </a:rPr>
              <a:t>DRAM: GBs capacity, ~200+ cycle latency (the “memory wall”)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6B7E4-5EDC-BEF2-7B95-39715088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748" y="1553325"/>
            <a:ext cx="2799401" cy="166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5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57AE9D1A-F157-DD52-5306-A0D298EB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1389B9-499D-E2A1-6783-B8B655146C09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F8C3D-2C88-688A-87F3-2EC1D3C6769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190125DD-9411-47A4-5F87-8B32AEB2E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 Microarchitecture: The Building Blocks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E6B1F211-4FB2-10F1-FD80-CDEDB2252F71}"/>
              </a:ext>
            </a:extLst>
          </p:cNvPr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Patterson &amp; Hennessy, “Computer Organization and Design,” 6th Ed. (2021)</a:t>
            </a:r>
          </a:p>
        </p:txBody>
      </p:sp>
      <p:sp>
        <p:nvSpPr>
          <p:cNvPr id="4" name="RightCol">
            <a:extLst>
              <a:ext uri="{FF2B5EF4-FFF2-40B4-BE49-F238E27FC236}">
                <a16:creationId xmlns:a16="http://schemas.microsoft.com/office/drawing/2014/main" id="{81A5C928-A507-7224-6048-D666D15E083A}"/>
              </a:ext>
            </a:extLst>
          </p:cNvPr>
          <p:cNvSpPr txBox="1"/>
          <p:nvPr/>
        </p:nvSpPr>
        <p:spPr>
          <a:xfrm>
            <a:off x="472386" y="571750"/>
            <a:ext cx="7459893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en-US" sz="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Modern CPU Specifications (AI Context)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AMD EPYC 9654: 96 cores, 384 MB L3, 12-ch DDR5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Intel Xeon Max 9480: 60 cores + HBM2e on-package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Peak FP32: ~4-6 TFLOPS (CPU) vs ~1000 TFLOPS (GPU)</a:t>
            </a:r>
          </a:p>
          <a:p>
            <a:pPr marL="285750" indent="-285750">
              <a:lnSpc>
                <a:spcPct val="20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Memory BW: ~300 GB/s (CPU DDR5) vs ~3.35 TB/s (H100 HBM3)</a:t>
            </a:r>
          </a:p>
          <a:p>
            <a:pPr marL="0" indent="0">
              <a:lnSpc>
                <a:spcPct val="200000"/>
              </a:lnSpc>
              <a:buNone/>
            </a:pPr>
            <a:endParaRPr lang="en-US" sz="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Key Insight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CPUs excel at serial, branchy, latency-sensitive workloads.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AI training/inference is a massively parallel GEMM problem.</a:t>
            </a:r>
          </a:p>
        </p:txBody>
      </p:sp>
    </p:spTree>
    <p:extLst>
      <p:ext uri="{BB962C8B-B14F-4D97-AF65-F5344CB8AC3E}">
        <p14:creationId xmlns:p14="http://schemas.microsoft.com/office/powerpoint/2010/main" val="63895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ILP, SIMD, and the Parallelism Gap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Williams, Waterman, Patterson. “Roofline: An Insightful Visual Model.” CACM 2009</a:t>
            </a:r>
          </a:p>
        </p:txBody>
      </p:sp>
      <p:pic>
        <p:nvPicPr>
          <p:cNvPr id="902" name="Figure2" descr="Fig 2: Roofline Model — CPU vs GPU for A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739" y="822960"/>
            <a:ext cx="5533609" cy="3566160"/>
          </a:xfrm>
          <a:prstGeom prst="rect">
            <a:avLst/>
          </a:prstGeom>
        </p:spPr>
      </p:pic>
      <p:sp>
        <p:nvSpPr>
          <p:cNvPr id="903" name="Caption903"/>
          <p:cNvSpPr txBox="1"/>
          <p:nvPr/>
        </p:nvSpPr>
        <p:spPr>
          <a:xfrm>
            <a:off x="1585739" y="4416552"/>
            <a:ext cx="553360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2: Roofline Model — CPU vs GPU for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Von Neumann Bottleneck &amp; the Memory Wall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23400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Wulf &amp; McKee, “Hitting the Memory Wall,” ACM SIGARCH 1995; Hennessy &amp; Patterson, Turing Lecture 2018</a:t>
            </a:r>
          </a:p>
        </p:txBody>
      </p:sp>
      <p:pic>
        <p:nvPicPr>
          <p:cNvPr id="904" name="Figure3" descr="Fig 3: Memory Hierarchy — Latency, Bandwidth &amp; Capacit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79" y="822960"/>
            <a:ext cx="5903530" cy="3566160"/>
          </a:xfrm>
          <a:prstGeom prst="rect">
            <a:avLst/>
          </a:prstGeom>
        </p:spPr>
      </p:pic>
      <p:sp>
        <p:nvSpPr>
          <p:cNvPr id="905" name="Caption905"/>
          <p:cNvSpPr txBox="1"/>
          <p:nvPr/>
        </p:nvSpPr>
        <p:spPr>
          <a:xfrm>
            <a:off x="1400779" y="4416552"/>
            <a:ext cx="590353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3: Memory Hierarchy — Latency, Bandwidth &amp; Capacity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CPUs in the AI Pipeline: Where They Still Excel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Pre/Post Processing: CPU’s Domain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Data ingestion, tokenisation, and augmentation are branchy and irregular - ideal for CPUs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OpenCV image decoding, librosa audio processing, NLTK/spaCy text parsing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Dataset shuffling, batching, and prefetching managed by CPU DataLoader workers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Model Components That Remain on CPU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Sparse operations (variable-length sequences, dynamic graphs in PyTorch)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Control flow in reinforcement learning environments (step(), reset())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ONNX Runtime on CPU: viable for lightweight models (&lt;10M params) in production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Heterogeneous Computing Philosophy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CPU: orchestration, control flow, serial computations, IO management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GPU/Accelerator: massively parallel tensor operations (GEMM, Conv, Attn)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profile before offloading - PCIe transfer overhead can dominate for small ops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Key Metric: Use nvidia-smi to check GPU utilisation; if &lt;60%, CPU is the bottleneck</a:t>
            </a:r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Rule of Thumb: GPU-CPU data transfer at ~16 GB/s (PCIe 4.0 x16) vs 3.35 TB/s GPU memory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Nsight Systems; Raschka et al., “Machine Learning with PyTorch and Scikit-Learn” (2022)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1 Summary: CPU Architecture &amp; AI Workloads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CPUs use deep pipelines, caches, OoO execution, and SIMD for latency-optimised serial computation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memory wall and von Neumann bottleneck constrain CPU performance for data-heavy AI tasks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SIMD extensions (AVX-512, AMX) partially close the gap but cannot match GPU-scale parallelism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Arithmetic intensity determines whether a workload is compute-bound or memory-bound on any architecture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CPUs remain essential for data preprocessing, orchestration, and sparse/control-flow-heavy tasks in AI pipelines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2: Memory Hierarchy, RAM, Storage &amp; Data Movement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How data flows from disk to compute units - and why this journey dominates AI system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2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Map the full data movement path from NVMe storage to GPU compute cores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Quantify bandwidth and capacity at each level of the memory hierarchy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HBM (High Bandwidth Memory) and why it is critical for AI accelerators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bottlenecks in DataLoader pipelines and apply pinned memory optimisation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NUMA (Non-Uniform Memory Access) effects in multi-socket AI servers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DRAM Fundamentals: DDR, LPDDR, and HBM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Jedec HBM3 Standard JESD238; NVIDIA H100 Tensor Core GPU Architecture Whitepaper (2022)</a:t>
            </a:r>
          </a:p>
        </p:txBody>
      </p:sp>
      <p:pic>
        <p:nvPicPr>
          <p:cNvPr id="906" name="Figure4" descr="Fig 4: HBM3 Stacked Die Architecture on Silicon Interpos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16" y="822960"/>
            <a:ext cx="5408456" cy="3566160"/>
          </a:xfrm>
          <a:prstGeom prst="rect">
            <a:avLst/>
          </a:prstGeom>
        </p:spPr>
      </p:pic>
      <p:sp>
        <p:nvSpPr>
          <p:cNvPr id="907" name="Caption907"/>
          <p:cNvSpPr txBox="1"/>
          <p:nvPr/>
        </p:nvSpPr>
        <p:spPr>
          <a:xfrm>
            <a:off x="1648316" y="4416552"/>
            <a:ext cx="5408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4: HBM3 Stacked Die Architecture on Silicon Interposer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Storage Tiers &amp; the Data Ingestion Pipeline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DataLoader docs; NVIDIA GPUDirect Storage Tech Brief (2022); MLPerf Storage Benchmark</a:t>
            </a:r>
          </a:p>
        </p:txBody>
      </p:sp>
      <p:pic>
        <p:nvPicPr>
          <p:cNvPr id="908" name="Figure5" descr="Fig 5: Bandwidth Comparison across Storage &amp; Memory Tier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" y="822960"/>
            <a:ext cx="6471815" cy="3566160"/>
          </a:xfrm>
          <a:prstGeom prst="rect">
            <a:avLst/>
          </a:prstGeom>
        </p:spPr>
      </p:pic>
      <p:sp>
        <p:nvSpPr>
          <p:cNvPr id="909" name="Caption909"/>
          <p:cNvSpPr txBox="1"/>
          <p:nvPr/>
        </p:nvSpPr>
        <p:spPr>
          <a:xfrm>
            <a:off x="1116636" y="4416552"/>
            <a:ext cx="64718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5: Bandwidth Comparison across Storage &amp; Memory Tiers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NUMA Architecture in Multi-Socket AI Servers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AMD EPYC 9004 Architecture Guide; NVIDIA DGX H100 System Architecture (2023)</a:t>
            </a:r>
          </a:p>
        </p:txBody>
      </p:sp>
      <p:pic>
        <p:nvPicPr>
          <p:cNvPr id="910" name="Figure6" descr="Fig 6: NUMA Dual-Socket Server Topolog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766" y="822960"/>
            <a:ext cx="5769556" cy="3566160"/>
          </a:xfrm>
          <a:prstGeom prst="rect">
            <a:avLst/>
          </a:prstGeom>
        </p:spPr>
      </p:pic>
      <p:sp>
        <p:nvSpPr>
          <p:cNvPr id="911" name="Caption911"/>
          <p:cNvSpPr txBox="1"/>
          <p:nvPr/>
        </p:nvSpPr>
        <p:spPr>
          <a:xfrm>
            <a:off x="1467766" y="4416552"/>
            <a:ext cx="57695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6: NUMA Dual-Socket Server Topology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Data Movement Costs: The Hidden Performance Tax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Data Movement Matters More Than Compute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Moving 1 byte across PCIe bus costs ~700 pJ of energy vs ~1 pJ for a FP32 MAC on-chip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H100 peak compute: 3.958 PFLOPS (FP8); H100 system bandwidth (PCIe): 128 GB/s - 30,000x gap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Optimal AI system design minimises data movement, maximises data reuse in fast memory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Techniques to Reduce Data Movement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Operator Fusion: combine LayerNorm + Dropout + Activation into one GPU kernel (Flash Attention)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Tiling: partition large matrices to fit in L2/SRAM, enabling data reuse without DRAM accesses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 Checkpointing: recompute activations during backward pass instead of storing them all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Prefetching: overlap data transfer with compute using CUDA streams and async copy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Quantifying Impact in Practice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Flash Attention v2 (Dao 2022): 3-5x speedup via tiled HBM access - memory, not compute, was the limit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 Accumulation: accumulate gradients over N mini-batches to simulate large batch with small VRAM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Mixed Precision (BF16/FP16): halves memory bandwidth requirement vs FP32 - often 1.5-2x speedup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“The free lunch is over for compute. The next frontier is memory-efficient algorithms.”</a:t>
            </a:r>
          </a:p>
          <a:p>
            <a:pPr marL="0" indent="0">
              <a:buNone/>
            </a:pPr>
            <a:r>
              <a:rPr lang="en-US" sz="1050" b="0" i="1" dirty="0">
                <a:solidFill>
                  <a:srgbClr val="434343"/>
                </a:solidFill>
                <a:latin typeface="Helvetica Neue"/>
              </a:rPr>
              <a:t>   - Adapted from Sutter (2005), applied to modern AI systems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Dao et al., FlashAttention-2, ICLR 2024; Rajbhandari et al., ZeRO, SC’20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2 Summary: Memory Hierarchy &amp; Data Movement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Memory hierarchy spans registers (&lt;1 ns) through DRAM (60 ns) to NVMe (100 us) - latency governs AI pipeline design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HBM3 (3.35 TB/s) vs DDR5 (460 GB/s per socket): on-chip bandwidth is 7x higher - keep hot data in GPU VRAM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NUMA topology determines which CPU cores and memory channels have lowest-latency GPU access - always pin affinity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DataLoader optimisation (pinned memory, num_workers, prefetch) is essential to prevent GPU starvation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Data movement energy cost dwarfs arithmetic cost - operator fusion, tiling, and mixed precision are first-order optimisations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3: GPU Fundamentals &amp; Modern AI Accelerators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Inside the engines of modern AI: from thousands of CUDA cores to Tensor Cores and beyond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3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the SIMT (Single Instruction Multiple Threads) execution model of GPUs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the CUDA thread hierarchy: threads, warps, blocks, and grids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role of Tensor Cores in matrix multiplication acceleration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Compare NVIDIA H100, AMD MI300X, Google TPU v4, and Graphcore IPU architectures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Select appropriate accelerators for training vs. inference workloads based on specifications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GPU Architecture: SIMT and the Streaming Multiprocessor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H100 GPU Architecture Whitepaper (2022); Kirk &amp; Hwu, “Programming Massively Parallel Processors,” 4th Ed.</a:t>
            </a:r>
          </a:p>
        </p:txBody>
      </p:sp>
      <p:pic>
        <p:nvPicPr>
          <p:cNvPr id="912" name="Figure7" descr="Fig 7: H100 Streaming Multiprocessor Architectu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145" y="822960"/>
            <a:ext cx="5526797" cy="3566160"/>
          </a:xfrm>
          <a:prstGeom prst="rect">
            <a:avLst/>
          </a:prstGeom>
        </p:spPr>
      </p:pic>
      <p:sp>
        <p:nvSpPr>
          <p:cNvPr id="913" name="Caption913"/>
          <p:cNvSpPr txBox="1"/>
          <p:nvPr/>
        </p:nvSpPr>
        <p:spPr>
          <a:xfrm>
            <a:off x="1589145" y="4416552"/>
            <a:ext cx="552679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7: H100 Streaming Multiprocessor Architecture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Tensor Cores: Accelerating the GEMM at the Heart of AI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Hopper Architecture In-Depth (2022); Micikevicius et al., Mixed Precision Training, ICLR 2018</a:t>
            </a:r>
          </a:p>
        </p:txBody>
      </p:sp>
      <p:pic>
        <p:nvPicPr>
          <p:cNvPr id="914" name="Figure8" descr="Fig 8: Tensor Core Precision Modes &amp; TFLO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954" y="822960"/>
            <a:ext cx="6275180" cy="3566160"/>
          </a:xfrm>
          <a:prstGeom prst="rect">
            <a:avLst/>
          </a:prstGeom>
        </p:spPr>
      </p:pic>
      <p:sp>
        <p:nvSpPr>
          <p:cNvPr id="915" name="Caption915"/>
          <p:cNvSpPr txBox="1"/>
          <p:nvPr/>
        </p:nvSpPr>
        <p:spPr>
          <a:xfrm>
            <a:off x="1214954" y="4416552"/>
            <a:ext cx="62751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8: Tensor Core Precision Modes &amp; TFLOPS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Beyond NVIDIA: AMD, TPU, Graphcore and Custom Accelerators</a:t>
            </a:r>
          </a:p>
        </p:txBody>
      </p:sp>
      <p:sp>
        <p:nvSpPr>
          <p:cNvPr id="10" name="LeftCol"/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AMD MI300X (2023)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13 chiplets (3nm CDNA3 + 6x HBM3): 1.307 PFLOPS FP16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192 GB HBM3 memory @ 5.3 TB/s - largest GPU VRAM available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ROCm software stack: PyTorch/JAX support via HIP (CUDA portability layer)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Best for LLM inference (huge model fits in single GPU VRAM)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Google TPU v4 (2021)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Custom ASIC: 275 TFLOPS (BF16), 32 GB HBM2e @ 1.2 TB/s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TPU Pod v4: 4096 chips interconnected via custom 3D torus network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Optimal for JAX/XLA workloads (TensorFlow, Flax), not general-purpose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Systolic array architecture: data flows through mesh of MACs without control overhead</a:t>
            </a:r>
          </a:p>
        </p:txBody>
      </p:sp>
      <p:sp>
        <p:nvSpPr>
          <p:cNvPr id="11" name="RightCol"/>
          <p:cNvSpPr txBox="1"/>
          <p:nvPr/>
        </p:nvSpPr>
        <p:spPr>
          <a:xfrm>
            <a:off x="4651700" y="856537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Graphcore IPU (Intelligence Processing Unit)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1472 independent processor tiles with local SRAM (for graph neural networks)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BSP (Bulk Synchronous Parallel): compute phase alternates with communicate phase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Ideal for sparse, irregular workloads (GNNs, symbolic AI) - poor for dense GEMM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AWS Trainium &amp; Inferentia (Custom ASICs)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Trainium2: 190.7 TFLOPS (FP16), optimised for AWS SageMaker training jobs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Inferentia2: 190 TOPS (INT8), purpose-built for low-latency inference serving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Accelerator Selection Guide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Large model training: H100 SXM or MI300X (highest HBM BW)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Cost-efficient training: A100 80GB or H100 PCIe clusters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Low-latency inference: Inferentia2, L40S, or quantised RTX 4090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Batch inference: A10G, L4, T4 (Google Cloud) - best performance/dollar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AMD MI300X Architecture Whitepaper (2023); Google TPU v4 Jouppi et al., ISCA 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GPU Memory Management and VRAM Optimisation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Rajbhandari et al., “ZeRO: Memory Optimizations Toward Training Trillion Parameter Models,” SC’20</a:t>
            </a:r>
          </a:p>
        </p:txBody>
      </p:sp>
      <p:pic>
        <p:nvPicPr>
          <p:cNvPr id="916" name="Figure9" descr="Fig 9: Memory &amp; Interconnect Bandwidth Compariso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3" y="822960"/>
            <a:ext cx="6630562" cy="3566160"/>
          </a:xfrm>
          <a:prstGeom prst="rect">
            <a:avLst/>
          </a:prstGeom>
        </p:spPr>
      </p:pic>
      <p:sp>
        <p:nvSpPr>
          <p:cNvPr id="917" name="Caption917"/>
          <p:cNvSpPr txBox="1"/>
          <p:nvPr/>
        </p:nvSpPr>
        <p:spPr>
          <a:xfrm>
            <a:off x="1037263" y="4416552"/>
            <a:ext cx="663056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9: Memory &amp; Interconnect Bandwidth Comparison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3 Summary: GPU Fundamentals &amp; AI Accelerators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GPUs execute thousands of threads in warps (32) via SIMT; occupancy and warp scheduling hide memory latency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Tensor Cores perform matrix MACs per cycle: H100 reaches 3958 TFLOPS (FP8) - 600x vs single CPU core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HBM3 (3.35 TB/s) is the defining bandwidth advantage of the H100; AMD MI300X offers 192 GB / 5.3 TB/s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TPUs (systolic arrays), IPUs (tile-based), and cloud ASICs offer architecture diversity for specific workloads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ZeRO-3 sharding and gradient checkpointing are essential techniques for training beyond single-GPU VRAM limits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4: Interconnects - PCIe, NVLink and NVSwitch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communication fabric that determines whether your multi-GPU cluster runs or crawls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4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PCIe lane architecture and calculate peak bandwidth for Gen 4 and Gen 5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why NVLink was invented and quantify its bandwidth advantage over PCIe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Understand NVSwitch as an all-to-all crossbar enabling full-mesh GPU communication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communication primitives used in distributed training (AllReduce, AllGather, ReduceScatter)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the concept of communication-compute overlap to analyse distributed training efficiency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PCIe: The Universal Interconnect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PCI-SIG PCIe 5.0 Specification (2019); NVIDIA GPUDirect RDMA documentation</a:t>
            </a:r>
          </a:p>
        </p:txBody>
      </p:sp>
      <p:pic>
        <p:nvPicPr>
          <p:cNvPr id="918" name="Figure10" descr="Fig 10: PCIe Bandwidth by Generatio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" y="822960"/>
            <a:ext cx="6471815" cy="3566160"/>
          </a:xfrm>
          <a:prstGeom prst="rect">
            <a:avLst/>
          </a:prstGeom>
        </p:spPr>
      </p:pic>
      <p:sp>
        <p:nvSpPr>
          <p:cNvPr id="919" name="Caption919"/>
          <p:cNvSpPr txBox="1"/>
          <p:nvPr/>
        </p:nvSpPr>
        <p:spPr>
          <a:xfrm>
            <a:off x="1116636" y="4416552"/>
            <a:ext cx="64718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10: PCIe Bandwidth by Generation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NVLink and NVSwitch: NVIDIA’s High-Bandwidth Interconnect Fabric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NVLink and NVSwitch Whitepaper (2023); NVIDIA DGX H100 Systems Architecture (2023)</a:t>
            </a:r>
          </a:p>
        </p:txBody>
      </p:sp>
      <p:pic>
        <p:nvPicPr>
          <p:cNvPr id="920" name="Figure11" descr="Fig 11: DGX H100 NVSwitch All-to-All GPU Topolog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972" y="822960"/>
            <a:ext cx="5325144" cy="3566160"/>
          </a:xfrm>
          <a:prstGeom prst="rect">
            <a:avLst/>
          </a:prstGeom>
        </p:spPr>
      </p:pic>
      <p:sp>
        <p:nvSpPr>
          <p:cNvPr id="921" name="Caption921"/>
          <p:cNvSpPr txBox="1"/>
          <p:nvPr/>
        </p:nvSpPr>
        <p:spPr>
          <a:xfrm>
            <a:off x="1689972" y="4416552"/>
            <a:ext cx="53251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11: DGX H100 NVSwitch All-to-All GPU Topology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Collective Communication Primitives in Distributed Training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Patarasuk &amp; Yuan, “Bandwidth Optimal AllReduce,” 2009; PyTorch DDP Paper, VLDB 2020</a:t>
            </a:r>
          </a:p>
        </p:txBody>
      </p:sp>
      <p:pic>
        <p:nvPicPr>
          <p:cNvPr id="922" name="Figure12" descr="Fig 12: Ring AllReduce — Bandwidth-Optimal Gradient Sync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45" y="822960"/>
            <a:ext cx="5461598" cy="3566160"/>
          </a:xfrm>
          <a:prstGeom prst="rect">
            <a:avLst/>
          </a:prstGeom>
        </p:spPr>
      </p:pic>
      <p:sp>
        <p:nvSpPr>
          <p:cNvPr id="923" name="Caption923"/>
          <p:cNvSpPr txBox="1"/>
          <p:nvPr/>
        </p:nvSpPr>
        <p:spPr>
          <a:xfrm>
            <a:off x="1621745" y="4416552"/>
            <a:ext cx="54615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12: Ring AllReduce — Bandwidth-Optimal Gradient Sync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Network Topologies for Multi-Node AI Clusters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Fat-Tree Topology (Standard Data Centre)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3-tier Clos: ToR (Top of Rack) - Aggregation - Core switches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Full bisection bandwidth: any-to-any GPU communication at full line rate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Oversubscription ratio (2:1, 4:1) reduces cost but creates congestion at scale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Rail-Optimised Topology (NVIDIA Quantum-2 InfiniBand)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Each GPU connected to different spine switch; intra-node uses NVSwitch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Inter-node traffic spreads across multiple spine paths (load balancing)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 Quantum-2: 400 Gb/s InfiniBand, 7,500 ports per fabric, &lt;100 ns latency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Torus Networks (Google TPU, Frontier Supercomputer)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3D/4D torus: nodes arranged in multi-dimensional grid with wrap-around edges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TPU v4 Pod: 4096 chips in 3D torus - excellent for collective operations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AMD EPYC Frontier: 3D torus Slingshot-11 network, 200 Gb/s per node port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Choosing Interconnect for Your Cluster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Single-node 8-GPU: NVSwitch topology is sufficient for most training jobs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Multi-node &lt;64 GPUs: 200 Gb/s InfiniBand or RoCEv2 with RDMA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HPC-scale (&gt;1000 GPUs): InfiniBand HDR/NDR or proprietary (NVLink Network, Slingshot)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Benchmark: nccl-tests --op allreduce --minbytes 1M --maxbytes 16G to measure effective BW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Besta et al., “Demystifying the MLPerf Training Benchmark,” 2023; Top500.org Frontier System Profile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4 Summary: Interconnects - PCIe, NVLink &amp; NVSwitch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PCIe 5.0 x16 provides 64 GB/s bidirectional - sufficient for single-GPU but a bottleneck for multi-GPU AllReduce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NVLink 4.0 delivers 900 GB/s per H100, with NVSwitch enabling full-mesh all-to-all at full bandwidth for 8-GPU nodes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Ring AllReduce is bandwidth-optimal: 2(N-1)/N x gradient_size per GPU regardless of ring size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NCCL with GPUDirect RDMA overlaps inter-node communication with backward computation via CUDA streams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Cluster topology (fat-tree, rail-optimised, torus) determines scalability - always benchmark with nccl-tests before optimising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5: AI Software Stack - OS, Drivers &amp; Runtime Layers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layered software architecture that connects your Python code to silicon transistors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5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Map the full AI software stack from user-space frameworks to kernel drivers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the role of CUDA Runtime, cuDNN, cuBLAS, and NCCL in the NVIDIA stack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GPU driver management, kernel modules, and CUDA version compatibility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Understand container runtimes (Docker, containerd) and NVIDIA Container Toolkit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key Linux kernel features leveraged by AI workloads (hugepages, cgroups, IOMMU)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The Full AI Software Stack: Layer by Layer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CUDA Programming Guide v12 (2024); CUDA C++ Best Practices Guide</a:t>
            </a:r>
          </a:p>
        </p:txBody>
      </p:sp>
      <p:pic>
        <p:nvPicPr>
          <p:cNvPr id="924" name="Figure13" descr="Fig 13: The Complete AI Software Stack — 7 Layer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914" y="822960"/>
            <a:ext cx="4905260" cy="3566160"/>
          </a:xfrm>
          <a:prstGeom prst="rect">
            <a:avLst/>
          </a:prstGeom>
        </p:spPr>
      </p:pic>
      <p:sp>
        <p:nvSpPr>
          <p:cNvPr id="925" name="Caption925"/>
          <p:cNvSpPr txBox="1"/>
          <p:nvPr/>
        </p:nvSpPr>
        <p:spPr>
          <a:xfrm>
            <a:off x="1899914" y="4416552"/>
            <a:ext cx="49052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13: The Complete AI Software Stack — 7 Layers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CUDA Runtime, cuDNN, and cuBLAS: Under the Hood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CUDA Runtime: Memory and Execution Management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cudaMalloc / cudaFree: allocate/release GPU global memory (HBM)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cudaMemcpy / cudaMemcpyAsync: host-device transfers (sync/async with streams)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 Streams: logical queues for ordering kernel execution and memory transfers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 Graphs: capture and replay sequences of operations with reduced launch overhead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cuDNN: The Convolution and Attention Engine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Provides conv2d, bn, pooling, activation, dropout, RNN, MHA ops for DL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Heuristic algorithm selection: picks fastest kernel for given tensor shapes and hardware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Flash Attention integrated into cuDNN 8.9+ for memory-efficient attention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cudnnFind: benchmarks all algorithm options - call once, cache result, great for fixed-shape models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cuBLAS: The GEMM Backbone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SGEMM, DGEMM, HGEMM: single/double/half precision matrix-matrix multiply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cublasGemmEx: mixed-precision GEMM with Tensor Core acceleration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 torch.matmul() ultimately calls cuBLAS GEMM routines internally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CUDA version compatibility: CUDA 12.x requires driver version &gt;= 525.85.12</a:t>
            </a:r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Check: nvidia-smi shows driver version; nvcc --version shows CUDA toolkit version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cuDNN Developer Guide v8.9; cuBLAS Library User Guide; CUDA C++ Programming Guide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Linux OS Features for AI Workloads</a:t>
            </a:r>
          </a:p>
        </p:txBody>
      </p:sp>
      <p:sp>
        <p:nvSpPr>
          <p:cNvPr id="10" name="LeftCol"/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Huge Pages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Default Linux page: 4 KB; Huge pages: 2 MB or 1 GB per TLB entry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Reduces TLB misses for large ML model weight tensors in CPU RAM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Transparent Huge Pages (THP): kernel auto-promotes pages (often enabled by default)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 allocates GPU memory as large contiguous blocks benefiting from huge pages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cgroups v2 (Control Groups)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Hierarchical resource controller: CPU, memory, I/O, device access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Kubernetes uses cgroups to enforce GPU memory limits and CPU quotas per pod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memory.limit_in_bytes: prevent OOM from propagating across training jobs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IOMMU (Input-Output Memory Management Unit)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Translates device virtual addresses to physical addresses for DMA safety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Intel VT-d / AMD-Vi: required for GPU passthrough in virtualisation (KVM)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GPUDirect requires IOMMU in passthrough mode for peer RDMA</a:t>
            </a:r>
          </a:p>
        </p:txBody>
      </p:sp>
      <p:sp>
        <p:nvSpPr>
          <p:cNvPr id="11" name="RightCol"/>
          <p:cNvSpPr txBox="1"/>
          <p:nvPr/>
        </p:nvSpPr>
        <p:spPr>
          <a:xfrm>
            <a:off x="4651700" y="856537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CPU Governor and Power Management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Set CPU governor to ‘performance’: cpupower frequency-set -g performance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Disable CPU C-states for lowest latency: avoids wakeup delay for DataLoader workers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NUMA balancing: disable when NUMA affinity is manually pinned (numactl)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NVIDIA Driver Management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nvidia-smi: monitor GPU utilisation, power, temperature, ECC errors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nvidia-smi -pm 1: enable persistence mode (keep GPU initialised between jobs)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nvidia-smi --auto-boost-default=0: disable boost for reproducible benchmarks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DCGM (Data Centre GPU Manager): health checks, profiling, field injection for testing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System Configuration Checklist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1. Set performance governor &amp; disable C-states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2. Enable hugepages (vm.nr_hugepages=1024)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3. Set GPU persistence mode (nvidia-smi -pm 1)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4. Verify NVLink topology (nvidia-smi topo -m)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Red Hat Enterprise Linux Performance Tuning Guide; NVIDIA DCGM Documentation (2023)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Container Runtimes and the NVIDIA Container Toolkit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Containers for AI?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Reproducible environments: exact CUDA, cuDNN, Python, framework versions pinned in image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Isolation: multiple research groups share the same hardware without conflicts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Portability: same container runs on local DGX, cloud A100, or CI/CD pipeline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NVIDIA Container Toolkit (nvidia-container-toolkit)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OCI hook: intercepts container creation, injects GPU device files and driver libraries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Mounts /dev/nvidia* devices, libcuda.so, and GPU management daemons into container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docker run --gpus all: exposes all GPUs; --gpus ‘device=0,1’ for specific GPUs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No need to install CUDA inside container - driver on host + CUDA runtime in image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NGC (NVIDIA GPU Cloud) Container Registry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Pre-built, optimised containers: PyTorch, TensorFlow, TensorRT, Triton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nvcr.io/nvidia/pytorch:24.04-py3 - monthly-updated, benchmarked on DGX hardware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prefer NGC containers for production: includes FlashAttention, TransformerEngine pre-installed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Container Runtime Overhead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Docker/Podman overhead: &lt;1% for GPU compute workloads (host drivers pass through)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Startup time: container import may take 10-30 s for large NGC images (&gt;20 GB)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Volume mounts: always mount datasets as volumes (-v /data:/workspace/data), not inside image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Next week: We will build and run GPU-enabled containers end-to-end in the lab session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Container Toolkit Documentation; NGC Catalog at catalog.ngc.nvidia.com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5 Summary: AI Software Stack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AI software stack has 7 layers: frameworks → compilers → cuDNN/cuBLAS → CUDA Runtime → Driver → Kernel → Hardware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cuDNN provides conv/attention primitives; cuBLAS provides GEMM - PyTorch calls both transparently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CUDA Streams enable async data transfer + kernel execution overlap; CUDA Graphs reduce kernel launch overhead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Linux performance tuning (hugepages, cgroups, CPU governor, IOMMU) is prerequisite for consistent AI benchmarks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NVIDIA Container Toolkit injects GPU access into Docker containers - NGC images are the standard for reproducible AI environments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3509</Words>
  <Application>Microsoft Office PowerPoint</Application>
  <PresentationFormat>On-screen Show (16:9)</PresentationFormat>
  <Paragraphs>353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Aptos Display</vt:lpstr>
      <vt:lpstr>Helvetica Neue</vt:lpstr>
      <vt:lpstr>Simple Light</vt:lpstr>
      <vt:lpstr>NPTEL</vt:lpstr>
      <vt:lpstr>Week 01: AI System Hardware &amp; Accelerators Segment 1: CPU Architecture | Segment 2: Memory Hierarchy | Segment 3: GPU &amp; Accelerators | Segment 4: Interconnects | Segment 5: AI Software Stack</vt:lpstr>
      <vt:lpstr>Segment 1: CPU Architecture and AI Workloads Understanding how CPUs are structured and why AI demands more than a general-purpose processor</vt:lpstr>
      <vt:lpstr>Learning Objectives - Segment 1</vt:lpstr>
      <vt:lpstr>CPU Microarchitecture: The Building Blocks</vt:lpstr>
      <vt:lpstr>CPU Microarchitecture: The Building Blocks</vt:lpstr>
      <vt:lpstr>CPU Microarchitecture: The Building Blocks</vt:lpstr>
      <vt:lpstr>ILP, SIMD, and the Parallelism Gap</vt:lpstr>
      <vt:lpstr>Von Neumann Bottleneck &amp; the Memory Wall</vt:lpstr>
      <vt:lpstr>CPUs in the AI Pipeline: Where They Still Excel</vt:lpstr>
      <vt:lpstr>Segment 1 Summary: CPU Architecture &amp; AI Workloads</vt:lpstr>
      <vt:lpstr>Segment 2: Memory Hierarchy, RAM, Storage &amp; Data Movement How data flows from disk to compute units - and why this journey dominates AI system performance</vt:lpstr>
      <vt:lpstr>Learning Objectives - Segment 2</vt:lpstr>
      <vt:lpstr>DRAM Fundamentals: DDR, LPDDR, and HBM</vt:lpstr>
      <vt:lpstr>Storage Tiers &amp; the Data Ingestion Pipeline</vt:lpstr>
      <vt:lpstr>NUMA Architecture in Multi-Socket AI Servers</vt:lpstr>
      <vt:lpstr>Data Movement Costs: The Hidden Performance Tax</vt:lpstr>
      <vt:lpstr>Segment 2 Summary: Memory Hierarchy &amp; Data Movement</vt:lpstr>
      <vt:lpstr>Segment 3: GPU Fundamentals &amp; Modern AI Accelerators Inside the engines of modern AI: from thousands of CUDA cores to Tensor Cores and beyond</vt:lpstr>
      <vt:lpstr>Learning Objectives - Segment 3</vt:lpstr>
      <vt:lpstr>GPU Architecture: SIMT and the Streaming Multiprocessor</vt:lpstr>
      <vt:lpstr>Tensor Cores: Accelerating the GEMM at the Heart of AI</vt:lpstr>
      <vt:lpstr>Beyond NVIDIA: AMD, TPU, Graphcore and Custom Accelerators</vt:lpstr>
      <vt:lpstr>GPU Memory Management and VRAM Optimisation</vt:lpstr>
      <vt:lpstr>Segment 3 Summary: GPU Fundamentals &amp; AI Accelerators</vt:lpstr>
      <vt:lpstr>Segment 4: Interconnects - PCIe, NVLink and NVSwitch The communication fabric that determines whether your multi-GPU cluster runs or crawls</vt:lpstr>
      <vt:lpstr>Learning Objectives - Segment 4</vt:lpstr>
      <vt:lpstr>PCIe: The Universal Interconnect</vt:lpstr>
      <vt:lpstr>NVLink and NVSwitch: NVIDIA’s High-Bandwidth Interconnect Fabric</vt:lpstr>
      <vt:lpstr>Collective Communication Primitives in Distributed Training</vt:lpstr>
      <vt:lpstr>Network Topologies for Multi-Node AI Clusters</vt:lpstr>
      <vt:lpstr>Segment 4 Summary: Interconnects - PCIe, NVLink &amp; NVSwitch</vt:lpstr>
      <vt:lpstr>Segment 5: AI Software Stack - OS, Drivers &amp; Runtime Layers The layered software architecture that connects your Python code to silicon transistors</vt:lpstr>
      <vt:lpstr>Learning Objectives - Segment 5</vt:lpstr>
      <vt:lpstr>The Full AI Software Stack: Layer by Layer</vt:lpstr>
      <vt:lpstr>CUDA Runtime, cuDNN, and cuBLAS: Under the Hood</vt:lpstr>
      <vt:lpstr>Linux OS Features for AI Workloads</vt:lpstr>
      <vt:lpstr>Container Runtimes and the NVIDIA Container Toolkit</vt:lpstr>
      <vt:lpstr>Segment 5 Summary: AI Software Stack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cp:lastModifiedBy>satyajit das</cp:lastModifiedBy>
  <cp:revision>57</cp:revision>
  <dcterms:modified xsi:type="dcterms:W3CDTF">2026-03-15T09:15:05Z</dcterms:modified>
</cp:coreProperties>
</file>