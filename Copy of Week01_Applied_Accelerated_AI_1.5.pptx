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503" r:id="rId2"/>
    <p:sldId id="605" r:id="rId3"/>
    <p:sldId id="606" r:id="rId4"/>
    <p:sldId id="607" r:id="rId5"/>
    <p:sldId id="608" r:id="rId6"/>
    <p:sldId id="609" r:id="rId7"/>
    <p:sldId id="610" r:id="rId8"/>
    <p:sldId id="611" r:id="rId9"/>
    <p:sldId id="575" r:id="rId10"/>
  </p:sldIdLst>
  <p:sldSz cx="9144000" cy="5143500" type="screen16x9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5: AI Software Stack - OS, Drivers &amp; Runtime Layers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layered software architecture that connects your Python code to silicon transistors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5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Map the full AI software stack from user-space frameworks to kernel drivers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the role of CUDA Runtime, cuDNN, cuBLAS, and NCCL in the NVIDIA stack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GPU driver management, kernel modules, and CUDA version compatibility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Understand container runtimes (Docker, containerd) and NVIDIA Container Toolkit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key Linux kernel features leveraged by AI workloads (hugepages, cgroups, IOMMU)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Full AI Software Stack: Layer by Layer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70728" y="49364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CUDA Programming Guide v12 (2024); CUDA C++ Best Practices Guide</a:t>
            </a:r>
          </a:p>
        </p:txBody>
      </p:sp>
      <p:pic>
        <p:nvPicPr>
          <p:cNvPr id="924" name="Figure13" descr="Fig 13: The Complete AI Software Stack — 7 Lay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82" y="663904"/>
            <a:ext cx="5482604" cy="3985893"/>
          </a:xfrm>
          <a:prstGeom prst="rect">
            <a:avLst/>
          </a:prstGeom>
        </p:spPr>
      </p:pic>
      <p:sp>
        <p:nvSpPr>
          <p:cNvPr id="925" name="Caption925"/>
          <p:cNvSpPr txBox="1"/>
          <p:nvPr/>
        </p:nvSpPr>
        <p:spPr>
          <a:xfrm>
            <a:off x="1899914" y="4687275"/>
            <a:ext cx="49052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13: The Complete AI Software Stack — 7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CUDA Runtime, cuDNN, and cuBLAS: Under the Hood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CUDA Runtime: Memory and Execution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cudaMalloc / cudaFree: allocate/release GPU global memory (HBM)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cudaMemcpy / cudaMemcpyAsync: host-device transfers (sync/async with streams)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 Streams: logical queues for ordering kernel execution and memory transfers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 Graphs: capture and replay sequences of operations with reduced launch overhead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cuDNN: The Convolution and Attention Engine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Provides conv2d, bn, pooling, activation, dropout, RNN, MHA ops for DL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Heuristic algorithm selection: picks fastest kernel for given tensor shapes and hardware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Flash Attention integrated into cuDNN 8.9+ for memory-efficient attention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cudnnFind: benchmarks all algorithm options - call once, cache result, great for fixed-shape models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cuBLAS: The GEMM Backbone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SGEMM, DGEMM, HGEMM: single/double/half precision matrix-matrix multiply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cublasGemmEx: mixed-precision GEMM with Tensor Core acceleration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torch.matmul() ultimately calls cuBLAS GEMM routines internally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CUDA version compatibility: CUDA 12.x requires driver version &gt;= 525.85.12</a:t>
            </a:r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Check: nvidia-smi shows driver version; nvcc --version shows CUDA toolkit version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704388" y="4896537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cuDNN Developer Guide v8.9; cuBLAS Library User Guide; CUDA C++ Programming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Linux OS Features for AI Workloads</a:t>
            </a:r>
          </a:p>
        </p:txBody>
      </p:sp>
      <p:sp>
        <p:nvSpPr>
          <p:cNvPr id="10" name="LeftCo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Huge Pages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Default Linux page: 4 KB; Huge pages: 2 MB or 1 GB per TLB entry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Reduces TLB misses for large ML model weight tensors in CPU RAM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Transparent Huge Pages (THP): kernel auto-promotes pages (often enabled by default)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CUDA allocates GPU memory as large contiguous blocks benefiting from huge pages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cgroups v2 (Control Groups)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Hierarchical resource controller: CPU, memory, I/O, device access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Kubernetes uses cgroups to enforce GPU memory limits and CPU quotas per pod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memory.limit_in_bytes: prevent OOM from propagating across training jobs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IOMMU (Input-Output Memory Management Unit)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Translates device virtual addresses to physical addresses for DMA safety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Intel VT-d / AMD-Vi: required for GPU passthrough in virtualisation (KVM)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GPUDirect requires IOMMU in passthrough mode for peer RDMA</a:t>
            </a:r>
          </a:p>
        </p:txBody>
      </p:sp>
      <p:sp>
        <p:nvSpPr>
          <p:cNvPr id="11" name="RightCol"/>
          <p:cNvSpPr txBox="1"/>
          <p:nvPr/>
        </p:nvSpPr>
        <p:spPr>
          <a:xfrm>
            <a:off x="4651700" y="856537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CPU Governor and Power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Set CPU governor to ‘performance’: cpupower frequency-set -g performance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Disable CPU C-states for lowest latency: avoids wakeup delay for DataLoader workers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NUMA balancing: disable when NUMA affinity is manually pinned (numactl)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NVIDIA Driver Management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nvidia-smi: monitor GPU utilisation, power, temperature, ECC errors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nvidia-smi -pm 1: enable persistence mode (keep GPU initialised between jobs)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nvidia-smi --auto-boost-default=0: disable boost for reproducible benchmarks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DCGM (Data Centre GPU Manager): health checks, profiling, field injection for testing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System Configuration Checklist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1. Set performance governor &amp; disable C-states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2. Enable hugepages (vm.nr_hugepages=1024)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3. Set GPU persistence mode (nvidia-smi -pm 1)</a:t>
            </a:r>
          </a:p>
          <a:p>
            <a:pPr marL="285750" indent="-285750"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4. Verify NVLink topology (nvidia-smi topo -m)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23400" y="490545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Red Hat Enterprise Linux Performance Tuning Guide; NVIDIA DCGM Documentation (2023)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Container Runtimes and the NVIDIA Container Toolkit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Containers for AI?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Reproducible environments: exact CUDA, cuDNN, Python, framework versions pinned in image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Isolation: multiple research groups share the same hardware without conflicts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Portability: same container runs on local DGX, cloud A100, or CI/CD pipeline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NVIDIA Container Toolkit (nvidia-container-toolkit)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OCI hook: intercepts container creation, injects GPU device files and driver libraries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Mounts /dev/nvidia* devices, libcuda.so, and GPU management daemons into container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docker run --gpus all: exposes all GPUs; --gpus ‘device=0,1’ for specific GPUs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 need to install CUDA inside container - driver on host + CUDA runtime in image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NGC (NVIDIA GPU Cloud) Container Registry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Pre-built, optimised containers: PyTorch, TensorFlow, TensorRT, Triton</a:t>
            </a:r>
          </a:p>
          <a:p>
            <a:pPr marL="285750" indent="-285750">
              <a:buFont typeface="Arial"/>
              <a:buChar char="▸"/>
            </a:pPr>
            <a:r>
              <a:rPr lang="en-US" sz="1250" dirty="0">
                <a:latin typeface="Helvetica Neue"/>
              </a:rPr>
              <a:t>https://catalog.ngc.nvidia.com/ 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prefer NGC containers for production: includes FlashAttention, TransformerEngine pre-installed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Container Runtime Overhead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Docker/Podman overhead: &lt;1% for GPU compute workloads (host drivers pass through)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Startup time: container import may take 10-30 s for large NGC images (&gt;20 GB)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Volume mounts: always mount datasets as volumes (-v /data:/workspace/data), not inside image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Next week: We will build and run GPU-enabled containers end-to-end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575362" y="4938955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Container Toolkit Documentation; NGC Catalog at catalog.ngc.nvidia.com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5 Summary: AI Software Stack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AI software stack has 7 layers: frameworks → compilers → cuDNN/cuBLAS → CUDA Runtime → Driver → Kernel → Hardware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cuDNN provides conv/attention primitives; cuBLAS provides GEMM - PyTorch calls both transparently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CUDA Streams enable async data transfer + kernel execution overlap; CUDA Graphs reduce kernel launch overhead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Linux performance tuning (hugepages, cgroups, CPU governor, IOMMU) is prerequisite for consistent AI benchmarks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NVIDIA Container Toolkit injects GPU access into Docker containers - NGC images are the standard for reproducible AI environments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1062</Words>
  <Application>Microsoft Office PowerPoint</Application>
  <PresentationFormat>On-screen Show (16:9)</PresentationFormat>
  <Paragraphs>111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Helvetica Neue</vt:lpstr>
      <vt:lpstr>Arial</vt:lpstr>
      <vt:lpstr>Aptos Display</vt:lpstr>
      <vt:lpstr>Simple Light</vt:lpstr>
      <vt:lpstr>NPTEL</vt:lpstr>
      <vt:lpstr>Segment 5: AI Software Stack - OS, Drivers &amp; Runtime Layers The layered software architecture that connects your Python code to silicon transistors</vt:lpstr>
      <vt:lpstr>Learning Objectives - Segment 5</vt:lpstr>
      <vt:lpstr>The Full AI Software Stack: Layer by Layer</vt:lpstr>
      <vt:lpstr>CUDA Runtime, cuDNN, and cuBLAS: Under the Hood</vt:lpstr>
      <vt:lpstr>Linux OS Features for AI Workloads</vt:lpstr>
      <vt:lpstr>Container Runtimes and the NVIDIA Container Toolkit</vt:lpstr>
      <vt:lpstr>Segment 5 Summary: AI Software Stack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96</cp:revision>
  <dcterms:modified xsi:type="dcterms:W3CDTF">2026-03-23T09:10:41Z</dcterms:modified>
</cp:coreProperties>
</file>